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8" r:id="rId1"/>
  </p:sldMasterIdLst>
  <p:sldIdLst>
    <p:sldId id="256" r:id="rId2"/>
    <p:sldId id="257" r:id="rId3"/>
    <p:sldId id="264" r:id="rId4"/>
    <p:sldId id="265" r:id="rId5"/>
    <p:sldId id="259" r:id="rId6"/>
    <p:sldId id="260" r:id="rId7"/>
    <p:sldId id="261" r:id="rId8"/>
    <p:sldId id="262" r:id="rId9"/>
    <p:sldId id="267" r:id="rId10"/>
    <p:sldId id="263" r:id="rId11"/>
    <p:sldId id="268"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1"/>
  </p:normalViewPr>
  <p:slideViewPr>
    <p:cSldViewPr snapToGrid="0">
      <p:cViewPr>
        <p:scale>
          <a:sx n="108" d="100"/>
          <a:sy n="108" d="100"/>
        </p:scale>
        <p:origin x="736" y="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CB5883-038C-4696-8E27-1811E470D6D4}" type="datetime1">
              <a:rPr lang="en-US" smtClean="0"/>
              <a:t>8/1/24</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4101361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9F6069-8263-4296-913A-BC2234E8D32B}" type="datetime1">
              <a:rPr lang="en-US" smtClean="0"/>
              <a:t>8/1/24</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1628677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9F5005-EC25-4FB9-B19B-2437F0B120D2}" type="datetime1">
              <a:rPr lang="en-US" smtClean="0"/>
              <a:t>8/1/24</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3029221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B283B5C-2325-42FF-AF91-C1451D9D66CC}" type="datetime1">
              <a:rPr lang="en-US" smtClean="0"/>
              <a:t>8/1/24</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111867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88DB08-3B01-46DD-99F2-F6F6334EA669}" type="datetime1">
              <a:rPr lang="en-US" smtClean="0"/>
              <a:t>8/1/24</a:t>
            </a:fld>
            <a:endParaRPr lang="en-US"/>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2407116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92AC11-ACC3-4129-BBD7-C580BF1A4EE7}" type="datetime1">
              <a:rPr lang="en-US" smtClean="0"/>
              <a:t>8/1/24</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221631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80F7F3-E406-44E2-93AF-674B3F1A2E51}" type="datetime1">
              <a:rPr lang="en-US" smtClean="0"/>
              <a:t>8/1/24</a:t>
            </a:fld>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4" name="Slide Number Placeholder 3"/>
          <p:cNvSpPr>
            <a:spLocks noGrp="1"/>
          </p:cNvSpPr>
          <p:nvPr>
            <p:ph type="sldNum" sz="quarter" idx="12"/>
          </p:nvPr>
        </p:nvSpPr>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3944141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FB1DD93-7C9D-4E53-81F0-DDE57FEA7EDB}" type="datetime1">
              <a:rPr lang="en-US" smtClean="0"/>
              <a:t>8/1/24</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230942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3DF7BC28-59DE-4F83-B4A1-497203279FAD}" type="datetime1">
              <a:rPr lang="en-US" smtClean="0"/>
              <a:t>8/1/24</a:t>
            </a:fld>
            <a:endParaRPr lang="en-US"/>
          </a:p>
        </p:txBody>
      </p:sp>
      <p:sp>
        <p:nvSpPr>
          <p:cNvPr id="6" name="Footer Placeholder 5"/>
          <p:cNvSpPr>
            <a:spLocks noGrp="1"/>
          </p:cNvSpPr>
          <p:nvPr>
            <p:ph type="ftr" sz="quarter" idx="11"/>
          </p:nvPr>
        </p:nvSpPr>
        <p:spPr>
          <a:xfrm>
            <a:off x="1141412" y="5883275"/>
            <a:ext cx="5105400" cy="365125"/>
          </a:xfrm>
        </p:spPr>
        <p:txBody>
          <a:bodyPr/>
          <a:lstStyle/>
          <a:p>
            <a:r>
              <a:rPr lang="en-US"/>
              <a:t>Sample Footer Text</a:t>
            </a:r>
          </a:p>
        </p:txBody>
      </p:sp>
      <p:sp>
        <p:nvSpPr>
          <p:cNvPr id="7" name="Slide Number Placeholder 6"/>
          <p:cNvSpPr>
            <a:spLocks noGrp="1"/>
          </p:cNvSpPr>
          <p:nvPr>
            <p:ph type="sldNum" sz="quarter" idx="12"/>
          </p:nvPr>
        </p:nvSpPr>
        <p:spPr>
          <a:xfrm>
            <a:off x="10742612" y="5883275"/>
            <a:ext cx="322567" cy="365125"/>
          </a:xfrm>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1196611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BDC4764-F656-4735-9820-9886F8DF1D6A}" type="datetime1">
              <a:rPr lang="en-US" smtClean="0"/>
              <a:t>8/1/24</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C68AC1EC-23E2-4F0E-A5A4-674EC8DB954E}" type="slidenum">
              <a:rPr lang="en-US" smtClean="0"/>
              <a:pPr/>
              <a:t>‹#›</a:t>
            </a:fld>
            <a:endParaRPr lang="en-US"/>
          </a:p>
        </p:txBody>
      </p:sp>
    </p:spTree>
    <p:extLst>
      <p:ext uri="{BB962C8B-B14F-4D97-AF65-F5344CB8AC3E}">
        <p14:creationId xmlns:p14="http://schemas.microsoft.com/office/powerpoint/2010/main" val="2057060678"/>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DC4764-F656-4735-9820-9886F8DF1D6A}" type="datetime1">
              <a:rPr lang="en-US" smtClean="0"/>
              <a:t>8/1/24</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68AC1EC-23E2-4F0E-A5A4-674EC8DB954E}" type="slidenum">
              <a:rPr lang="en-US" smtClean="0"/>
              <a:pPr/>
              <a:t>‹#›</a:t>
            </a:fld>
            <a:endParaRPr lang="en-US"/>
          </a:p>
        </p:txBody>
      </p:sp>
    </p:spTree>
    <p:extLst>
      <p:ext uri="{BB962C8B-B14F-4D97-AF65-F5344CB8AC3E}">
        <p14:creationId xmlns:p14="http://schemas.microsoft.com/office/powerpoint/2010/main" val="2905713347"/>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0BDC4764-F656-4735-9820-9886F8DF1D6A}" type="datetime1">
              <a:rPr lang="en-US" smtClean="0"/>
              <a:t>8/1/24</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68AC1EC-23E2-4F0E-A5A4-674EC8DB954E}" type="slidenum">
              <a:rPr lang="en-US" smtClean="0"/>
              <a:pPr/>
              <a:t>‹#›</a:t>
            </a:fld>
            <a:endParaRPr lang="en-US"/>
          </a:p>
        </p:txBody>
      </p:sp>
    </p:spTree>
    <p:extLst>
      <p:ext uri="{BB962C8B-B14F-4D97-AF65-F5344CB8AC3E}">
        <p14:creationId xmlns:p14="http://schemas.microsoft.com/office/powerpoint/2010/main" val="3905454916"/>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0BDC4764-F656-4735-9820-9886F8DF1D6A}" type="datetime1">
              <a:rPr lang="en-US" smtClean="0"/>
              <a:t>8/1/24</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68AC1EC-23E2-4F0E-A5A4-674EC8DB954E}" type="slidenum">
              <a:rPr lang="en-US" smtClean="0"/>
              <a:pPr/>
              <a:t>‹#›</a:t>
            </a:fld>
            <a:endParaRPr lang="en-US"/>
          </a:p>
        </p:txBody>
      </p:sp>
    </p:spTree>
    <p:extLst>
      <p:ext uri="{BB962C8B-B14F-4D97-AF65-F5344CB8AC3E}">
        <p14:creationId xmlns:p14="http://schemas.microsoft.com/office/powerpoint/2010/main" val="2713010584"/>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DC4764-F656-4735-9820-9886F8DF1D6A}" type="datetime1">
              <a:rPr lang="en-US" smtClean="0"/>
              <a:t>8/1/24</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68AC1EC-23E2-4F0E-A5A4-674EC8DB954E}" type="slidenum">
              <a:rPr lang="en-US" smtClean="0"/>
              <a:pPr/>
              <a:t>‹#›</a:t>
            </a:fld>
            <a:endParaRPr lang="en-US"/>
          </a:p>
        </p:txBody>
      </p:sp>
    </p:spTree>
    <p:extLst>
      <p:ext uri="{BB962C8B-B14F-4D97-AF65-F5344CB8AC3E}">
        <p14:creationId xmlns:p14="http://schemas.microsoft.com/office/powerpoint/2010/main" val="3447786084"/>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DC4764-F656-4735-9820-9886F8DF1D6A}" type="datetime1">
              <a:rPr lang="en-US" smtClean="0"/>
              <a:t>8/1/24</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C68AC1EC-23E2-4F0E-A5A4-674EC8DB954E}" type="slidenum">
              <a:rPr lang="en-US" smtClean="0"/>
              <a:pPr/>
              <a:t>‹#›</a:t>
            </a:fld>
            <a:endParaRPr lang="en-US"/>
          </a:p>
        </p:txBody>
      </p:sp>
    </p:spTree>
    <p:extLst>
      <p:ext uri="{BB962C8B-B14F-4D97-AF65-F5344CB8AC3E}">
        <p14:creationId xmlns:p14="http://schemas.microsoft.com/office/powerpoint/2010/main" val="2555462925"/>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E8A6D4-154B-4E4D-9001-7A6C328D243E}" type="datetime1">
              <a:rPr lang="en-US" smtClean="0"/>
              <a:t>8/1/24</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1654463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880999-9BD6-4929-BDEC-B84E21C16701}" type="datetime1">
              <a:rPr lang="en-US" smtClean="0"/>
              <a:t>8/1/24</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3821950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0BDC4764-F656-4735-9820-9886F8DF1D6A}" type="datetime1">
              <a:rPr lang="en-US" smtClean="0"/>
              <a:t>8/1/24</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r>
              <a:rPr lang="en-US"/>
              <a:t>Sample Footer Text</a:t>
            </a:r>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C68AC1EC-23E2-4F0E-A5A4-674EC8DB954E}" type="slidenum">
              <a:rPr lang="en-US" smtClean="0"/>
              <a:pPr/>
              <a:t>‹#›</a:t>
            </a:fld>
            <a:endParaRPr lang="en-US"/>
          </a:p>
        </p:txBody>
      </p:sp>
    </p:spTree>
    <p:extLst>
      <p:ext uri="{BB962C8B-B14F-4D97-AF65-F5344CB8AC3E}">
        <p14:creationId xmlns:p14="http://schemas.microsoft.com/office/powerpoint/2010/main" val="1995216927"/>
      </p:ext>
    </p:extLst>
  </p:cSld>
  <p:clrMap bg1="dk1" tx1="lt1" bg2="dk2" tx2="lt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 id="2147483804" r:id="rId16"/>
    <p:sldLayoutId id="2147483805" r:id="rId17"/>
  </p:sldLayoutIdLst>
  <p:hf hdr="0"/>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7.xml"/><Relationship Id="rId4" Type="http://schemas.openxmlformats.org/officeDocument/2006/relationships/image" Target="../media/image8.emf"/></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7.xml"/><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7.xml"/><Relationship Id="rId4" Type="http://schemas.openxmlformats.org/officeDocument/2006/relationships/image" Target="../media/image14.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647A81-7EB9-33B9-CA10-6FF8EF37B6EC}"/>
              </a:ext>
            </a:extLst>
          </p:cNvPr>
          <p:cNvPicPr>
            <a:picLocks noChangeAspect="1"/>
          </p:cNvPicPr>
          <p:nvPr/>
        </p:nvPicPr>
        <p:blipFill>
          <a:blip r:embed="rId2">
            <a:alphaModFix amt="50000"/>
          </a:blip>
          <a:srcRect t="15635" b="20806"/>
          <a:stretch/>
        </p:blipFill>
        <p:spPr>
          <a:xfrm>
            <a:off x="20" y="1"/>
            <a:ext cx="12191980" cy="6857999"/>
          </a:xfrm>
          <a:prstGeom prst="rect">
            <a:avLst/>
          </a:prstGeom>
        </p:spPr>
      </p:pic>
      <p:sp>
        <p:nvSpPr>
          <p:cNvPr id="2" name="Title 1">
            <a:extLst>
              <a:ext uri="{FF2B5EF4-FFF2-40B4-BE49-F238E27FC236}">
                <a16:creationId xmlns:a16="http://schemas.microsoft.com/office/drawing/2014/main" id="{B505B731-290A-3794-65FE-B58AB0527DEA}"/>
              </a:ext>
            </a:extLst>
          </p:cNvPr>
          <p:cNvSpPr>
            <a:spLocks noGrp="1"/>
          </p:cNvSpPr>
          <p:nvPr>
            <p:ph type="ctrTitle"/>
          </p:nvPr>
        </p:nvSpPr>
        <p:spPr>
          <a:xfrm>
            <a:off x="1524000" y="1122362"/>
            <a:ext cx="9144000" cy="2900518"/>
          </a:xfrm>
        </p:spPr>
        <p:txBody>
          <a:bodyPr>
            <a:normAutofit fontScale="90000"/>
          </a:bodyPr>
          <a:lstStyle/>
          <a:p>
            <a:r>
              <a:rPr lang="en-US" b="1" kern="100" dirty="0">
                <a:solidFill>
                  <a:srgbClr val="FFFFFF"/>
                </a:solidFill>
                <a:effectLst/>
                <a:latin typeface="Times"/>
                <a:ea typeface="Aptos" panose="020B0004020202020204" pitchFamily="34" charset="0"/>
                <a:cs typeface="Arial" panose="020B0604020202020204" pitchFamily="34" charset="0"/>
              </a:rPr>
              <a:t>The Effect of Natural Language Morphology on The Structure of NLP Systems</a:t>
            </a:r>
            <a:br>
              <a:rPr lang="en-AE" kern="100" dirty="0">
                <a:solidFill>
                  <a:srgbClr val="FFFFFF"/>
                </a:solidFill>
                <a:effectLst/>
                <a:latin typeface="Aptos" panose="020B0004020202020204" pitchFamily="34" charset="0"/>
                <a:ea typeface="Aptos" panose="020B0004020202020204" pitchFamily="34" charset="0"/>
                <a:cs typeface="Arial" panose="020B0604020202020204" pitchFamily="34" charset="0"/>
              </a:rPr>
            </a:br>
            <a:endParaRPr lang="tr-TR" dirty="0">
              <a:solidFill>
                <a:srgbClr val="FFFFFF"/>
              </a:solidFill>
            </a:endParaRPr>
          </a:p>
        </p:txBody>
      </p:sp>
      <p:sp>
        <p:nvSpPr>
          <p:cNvPr id="3" name="Subtitle 2">
            <a:extLst>
              <a:ext uri="{FF2B5EF4-FFF2-40B4-BE49-F238E27FC236}">
                <a16:creationId xmlns:a16="http://schemas.microsoft.com/office/drawing/2014/main" id="{48A69A97-0E18-4680-3917-C6FBFC60093A}"/>
              </a:ext>
            </a:extLst>
          </p:cNvPr>
          <p:cNvSpPr>
            <a:spLocks noGrp="1"/>
          </p:cNvSpPr>
          <p:nvPr>
            <p:ph type="subTitle" idx="1"/>
          </p:nvPr>
        </p:nvSpPr>
        <p:spPr>
          <a:xfrm>
            <a:off x="1524000" y="4159404"/>
            <a:ext cx="9144000" cy="1098395"/>
          </a:xfrm>
        </p:spPr>
        <p:txBody>
          <a:bodyPr>
            <a:normAutofit/>
          </a:bodyPr>
          <a:lstStyle/>
          <a:p>
            <a:r>
              <a:rPr lang="tr-TR">
                <a:solidFill>
                  <a:srgbClr val="FFFFFF"/>
                </a:solidFill>
              </a:rPr>
              <a:t>Jouman Hmeid</a:t>
            </a:r>
          </a:p>
          <a:p>
            <a:r>
              <a:rPr lang="tr-TR">
                <a:solidFill>
                  <a:srgbClr val="FFFFFF"/>
                </a:solidFill>
              </a:rPr>
              <a:t>211410033</a:t>
            </a:r>
          </a:p>
          <a:p>
            <a:endParaRPr lang="tr-TR">
              <a:solidFill>
                <a:srgbClr val="FFFFFF"/>
              </a:solidFill>
            </a:endParaRPr>
          </a:p>
        </p:txBody>
      </p:sp>
    </p:spTree>
    <p:extLst>
      <p:ext uri="{BB962C8B-B14F-4D97-AF65-F5344CB8AC3E}">
        <p14:creationId xmlns:p14="http://schemas.microsoft.com/office/powerpoint/2010/main" val="33344165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4BEDB-1B65-D0BA-2383-04864F233407}"/>
              </a:ext>
            </a:extLst>
          </p:cNvPr>
          <p:cNvSpPr>
            <a:spLocks noGrp="1"/>
          </p:cNvSpPr>
          <p:nvPr>
            <p:ph type="ctrTitle"/>
          </p:nvPr>
        </p:nvSpPr>
        <p:spPr>
          <a:xfrm>
            <a:off x="1195251" y="847726"/>
            <a:ext cx="7252845" cy="4029412"/>
          </a:xfrm>
        </p:spPr>
        <p:txBody>
          <a:bodyPr>
            <a:normAutofit/>
          </a:bodyPr>
          <a:lstStyle/>
          <a:p>
            <a:pPr algn="r">
              <a:lnSpc>
                <a:spcPct val="90000"/>
              </a:lnSpc>
            </a:pPr>
            <a:r>
              <a:rPr lang="tr-TR" sz="2100" b="1"/>
              <a:t>Research Question Overview</a:t>
            </a:r>
            <a:r>
              <a:rPr lang="tr-TR" sz="2100"/>
              <a:t>:</a:t>
            </a:r>
            <a:br>
              <a:rPr lang="tr-TR" sz="2100"/>
            </a:br>
            <a:br>
              <a:rPr lang="tr-TR" sz="2100"/>
            </a:br>
            <a:r>
              <a:rPr lang="en-GB" sz="2100"/>
              <a:t>With different transformer models designed and and specialised to complete tasks (morphological analysis, semantic analysis, machine translation etc.) for different languages, by exploring the linguistic features and more specifically differences between languages of 3 widely different language families, what can we learn about its impact on the tuning and specialization of NLP models?</a:t>
            </a:r>
            <a:br>
              <a:rPr lang="en-GB" sz="2100"/>
            </a:br>
            <a:endParaRPr lang="tr-TR" sz="2100"/>
          </a:p>
        </p:txBody>
      </p:sp>
      <p:sp>
        <p:nvSpPr>
          <p:cNvPr id="23" name="Rectangle 22">
            <a:extLst>
              <a:ext uri="{FF2B5EF4-FFF2-40B4-BE49-F238E27FC236}">
                <a16:creationId xmlns:a16="http://schemas.microsoft.com/office/drawing/2014/main" id="{DBAB564B-ADD8-4689-B47D-479E0B6B4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66900" y="1"/>
            <a:ext cx="3125099" cy="6858000"/>
          </a:xfrm>
          <a:prstGeom prst="rect">
            <a:avLst/>
          </a:prstGeom>
          <a:solidFill>
            <a:srgbClr val="363D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634D109-15AA-4283-A14C-F630CD88D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895765" y="3195797"/>
            <a:ext cx="6858000" cy="466406"/>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22" name="Straight Connector 21">
            <a:extLst>
              <a:ext uri="{FF2B5EF4-FFF2-40B4-BE49-F238E27FC236}">
                <a16:creationId xmlns:a16="http://schemas.microsoft.com/office/drawing/2014/main" id="{AF1E8C17-E280-423E-BE27-607AA18BD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9066901" y="1"/>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outerShdw blurRad="57150" dist="25400" algn="l" rotWithShape="0">
              <a:prstClr val="black">
                <a:alpha val="70000"/>
              </a:prst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6" name="Slide Number Placeholder 5">
            <a:extLst>
              <a:ext uri="{FF2B5EF4-FFF2-40B4-BE49-F238E27FC236}">
                <a16:creationId xmlns:a16="http://schemas.microsoft.com/office/drawing/2014/main" id="{EBA2DF12-8002-2B9D-9954-06F14C2EBE37}"/>
              </a:ext>
            </a:extLst>
          </p:cNvPr>
          <p:cNvSpPr>
            <a:spLocks noGrp="1"/>
          </p:cNvSpPr>
          <p:nvPr>
            <p:ph type="sldNum" sz="quarter" idx="12"/>
          </p:nvPr>
        </p:nvSpPr>
        <p:spPr>
          <a:xfrm>
            <a:off x="10225402" y="6221206"/>
            <a:ext cx="1323131" cy="365125"/>
          </a:xfrm>
        </p:spPr>
        <p:txBody>
          <a:bodyPr>
            <a:normAutofit/>
          </a:bodyPr>
          <a:lstStyle/>
          <a:p>
            <a:pPr>
              <a:spcAft>
                <a:spcPts val="600"/>
              </a:spcAft>
            </a:pPr>
            <a:fld id="{C68AC1EC-23E2-4F0E-A5A4-674EC8DB954E}" type="slidenum">
              <a:rPr lang="en-US">
                <a:solidFill>
                  <a:prstClr val="white">
                    <a:lumMod val="75000"/>
                  </a:prstClr>
                </a:solidFill>
              </a:rPr>
              <a:pPr>
                <a:spcAft>
                  <a:spcPts val="600"/>
                </a:spcAft>
              </a:pPr>
              <a:t>2</a:t>
            </a:fld>
            <a:endParaRPr lang="en-US">
              <a:solidFill>
                <a:prstClr val="white">
                  <a:lumMod val="75000"/>
                </a:prstClr>
              </a:solidFill>
            </a:endParaRPr>
          </a:p>
        </p:txBody>
      </p:sp>
    </p:spTree>
    <p:extLst>
      <p:ext uri="{BB962C8B-B14F-4D97-AF65-F5344CB8AC3E}">
        <p14:creationId xmlns:p14="http://schemas.microsoft.com/office/powerpoint/2010/main" val="631906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53E75-13C3-1FE6-1233-18143FB0E76D}"/>
              </a:ext>
            </a:extLst>
          </p:cNvPr>
          <p:cNvSpPr>
            <a:spLocks noGrp="1"/>
          </p:cNvSpPr>
          <p:nvPr>
            <p:ph type="title"/>
          </p:nvPr>
        </p:nvSpPr>
        <p:spPr/>
        <p:txBody>
          <a:bodyPr/>
          <a:lstStyle/>
          <a:p>
            <a:r>
              <a:rPr lang="en-GB" dirty="0"/>
              <a:t>Methodology:1 POS Tagging (with SPACY)</a:t>
            </a:r>
            <a:br>
              <a:rPr lang="en-GB" dirty="0"/>
            </a:br>
            <a:r>
              <a:rPr lang="en-GB" sz="1600" dirty="0"/>
              <a:t>-</a:t>
            </a:r>
            <a:r>
              <a:rPr lang="en-GB" sz="1200" dirty="0"/>
              <a:t>Turkish not available</a:t>
            </a:r>
            <a:endParaRPr lang="en-GB" dirty="0"/>
          </a:p>
        </p:txBody>
      </p:sp>
      <p:sp>
        <p:nvSpPr>
          <p:cNvPr id="4" name="Date Placeholder 3">
            <a:extLst>
              <a:ext uri="{FF2B5EF4-FFF2-40B4-BE49-F238E27FC236}">
                <a16:creationId xmlns:a16="http://schemas.microsoft.com/office/drawing/2014/main" id="{0B740D8C-E89A-C6FB-018F-935C0E2FB852}"/>
              </a:ext>
            </a:extLst>
          </p:cNvPr>
          <p:cNvSpPr>
            <a:spLocks noGrp="1"/>
          </p:cNvSpPr>
          <p:nvPr>
            <p:ph type="dt" sz="half" idx="10"/>
          </p:nvPr>
        </p:nvSpPr>
        <p:spPr/>
        <p:txBody>
          <a:bodyPr/>
          <a:lstStyle/>
          <a:p>
            <a:fld id="{579F6069-8263-4296-913A-BC2234E8D32B}" type="datetime1">
              <a:rPr lang="en-US" smtClean="0"/>
              <a:t>8/1/24</a:t>
            </a:fld>
            <a:endParaRPr lang="en-US"/>
          </a:p>
        </p:txBody>
      </p:sp>
      <p:sp>
        <p:nvSpPr>
          <p:cNvPr id="5" name="Footer Placeholder 4">
            <a:extLst>
              <a:ext uri="{FF2B5EF4-FFF2-40B4-BE49-F238E27FC236}">
                <a16:creationId xmlns:a16="http://schemas.microsoft.com/office/drawing/2014/main" id="{402D7D28-09AD-E3FD-4AE9-3FF2D8140C01}"/>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2A0E05A-493E-36B2-CD9E-DBD81C8D2369}"/>
              </a:ext>
            </a:extLst>
          </p:cNvPr>
          <p:cNvSpPr>
            <a:spLocks noGrp="1"/>
          </p:cNvSpPr>
          <p:nvPr>
            <p:ph type="sldNum" sz="quarter" idx="12"/>
          </p:nvPr>
        </p:nvSpPr>
        <p:spPr/>
        <p:txBody>
          <a:bodyPr/>
          <a:lstStyle/>
          <a:p>
            <a:fld id="{C68AC1EC-23E2-4F0E-A5A4-674EC8DB954E}" type="slidenum">
              <a:rPr lang="en-US" smtClean="0"/>
              <a:t>3</a:t>
            </a:fld>
            <a:endParaRPr lang="en-US"/>
          </a:p>
        </p:txBody>
      </p:sp>
      <p:sp>
        <p:nvSpPr>
          <p:cNvPr id="8" name="TextBox 7">
            <a:extLst>
              <a:ext uri="{FF2B5EF4-FFF2-40B4-BE49-F238E27FC236}">
                <a16:creationId xmlns:a16="http://schemas.microsoft.com/office/drawing/2014/main" id="{F452A31B-2D12-4B34-9C35-8891D2DC71AD}"/>
              </a:ext>
            </a:extLst>
          </p:cNvPr>
          <p:cNvSpPr txBox="1"/>
          <p:nvPr/>
        </p:nvSpPr>
        <p:spPr>
          <a:xfrm>
            <a:off x="6894225" y="2817306"/>
            <a:ext cx="3253839" cy="2066307"/>
          </a:xfrm>
          <a:prstGeom prst="rect">
            <a:avLst/>
          </a:prstGeom>
          <a:noFill/>
        </p:spPr>
        <p:txBody>
          <a:bodyPr wrap="square" rtlCol="0">
            <a:spAutoFit/>
          </a:bodyPr>
          <a:lstStyle/>
          <a:p>
            <a:r>
              <a:rPr lang="ja-JP" altLang="en-US"/>
              <a:t>我	</a:t>
            </a:r>
            <a:r>
              <a:rPr lang="en-US" altLang="ja-JP" dirty="0"/>
              <a:t>	</a:t>
            </a:r>
            <a:r>
              <a:rPr lang="en-GB" dirty="0"/>
              <a:t>PRON	PN</a:t>
            </a:r>
          </a:p>
          <a:p>
            <a:r>
              <a:rPr lang="ja-JP" altLang="en-US"/>
              <a:t>喜欢	</a:t>
            </a:r>
            <a:r>
              <a:rPr lang="en-GB" dirty="0"/>
              <a:t>VERB	VV</a:t>
            </a:r>
          </a:p>
          <a:p>
            <a:r>
              <a:rPr lang="ja-JP" altLang="en-US"/>
              <a:t>学习	</a:t>
            </a:r>
            <a:r>
              <a:rPr lang="en-GB" dirty="0"/>
              <a:t>VERB	VV</a:t>
            </a:r>
          </a:p>
          <a:p>
            <a:r>
              <a:rPr lang="ja-JP" altLang="en-US"/>
              <a:t>自然	</a:t>
            </a:r>
            <a:r>
              <a:rPr lang="en-GB" dirty="0"/>
              <a:t>NOUN	NN</a:t>
            </a:r>
          </a:p>
          <a:p>
            <a:r>
              <a:rPr lang="ja-JP" altLang="en-US"/>
              <a:t>语言	</a:t>
            </a:r>
            <a:r>
              <a:rPr lang="en-GB" dirty="0"/>
              <a:t>NOUN	NN</a:t>
            </a:r>
          </a:p>
          <a:p>
            <a:r>
              <a:rPr lang="ja-JP" altLang="en-US"/>
              <a:t>处理	</a:t>
            </a:r>
            <a:r>
              <a:rPr lang="en-GB" dirty="0"/>
              <a:t>VERB	VV</a:t>
            </a:r>
          </a:p>
          <a:p>
            <a:endParaRPr lang="en-GB" dirty="0"/>
          </a:p>
        </p:txBody>
      </p:sp>
      <p:sp>
        <p:nvSpPr>
          <p:cNvPr id="11" name="TextBox 10">
            <a:extLst>
              <a:ext uri="{FF2B5EF4-FFF2-40B4-BE49-F238E27FC236}">
                <a16:creationId xmlns:a16="http://schemas.microsoft.com/office/drawing/2014/main" id="{D63D5B90-9135-6072-2E7D-C2348092B245}"/>
              </a:ext>
            </a:extLst>
          </p:cNvPr>
          <p:cNvSpPr txBox="1"/>
          <p:nvPr/>
        </p:nvSpPr>
        <p:spPr>
          <a:xfrm>
            <a:off x="2186441" y="2973297"/>
            <a:ext cx="2470068" cy="1754326"/>
          </a:xfrm>
          <a:prstGeom prst="rect">
            <a:avLst/>
          </a:prstGeom>
          <a:noFill/>
        </p:spPr>
        <p:txBody>
          <a:bodyPr wrap="square" rtlCol="0">
            <a:spAutoFit/>
          </a:bodyPr>
          <a:lstStyle/>
          <a:p>
            <a:r>
              <a:rPr lang="en-GB" dirty="0"/>
              <a:t>I 			PRON</a:t>
            </a:r>
          </a:p>
          <a:p>
            <a:r>
              <a:rPr lang="en-GB" dirty="0"/>
              <a:t>love 		VERB</a:t>
            </a:r>
          </a:p>
          <a:p>
            <a:r>
              <a:rPr lang="en-GB" dirty="0"/>
              <a:t>natural 		ADJ</a:t>
            </a:r>
          </a:p>
          <a:p>
            <a:r>
              <a:rPr lang="en-GB" dirty="0"/>
              <a:t>language 	NOUN</a:t>
            </a:r>
          </a:p>
          <a:p>
            <a:r>
              <a:rPr lang="en-GB" dirty="0"/>
              <a:t>processing 	NOUN</a:t>
            </a:r>
          </a:p>
          <a:p>
            <a:endParaRPr lang="en-GB" dirty="0"/>
          </a:p>
        </p:txBody>
      </p:sp>
    </p:spTree>
    <p:extLst>
      <p:ext uri="{BB962C8B-B14F-4D97-AF65-F5344CB8AC3E}">
        <p14:creationId xmlns:p14="http://schemas.microsoft.com/office/powerpoint/2010/main" val="3972789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37E02-09AD-A63B-AD4D-F9E246F4B0CC}"/>
              </a:ext>
            </a:extLst>
          </p:cNvPr>
          <p:cNvSpPr>
            <a:spLocks noGrp="1"/>
          </p:cNvSpPr>
          <p:nvPr>
            <p:ph type="title"/>
          </p:nvPr>
        </p:nvSpPr>
        <p:spPr/>
        <p:txBody>
          <a:bodyPr/>
          <a:lstStyle/>
          <a:p>
            <a:r>
              <a:rPr lang="en-GB" dirty="0"/>
              <a:t>METHOD 2: Dependency trees with </a:t>
            </a:r>
            <a:r>
              <a:rPr lang="en-GB" dirty="0" err="1"/>
              <a:t>udpipe</a:t>
            </a:r>
            <a:r>
              <a:rPr lang="en-GB" dirty="0"/>
              <a:t> (r)</a:t>
            </a:r>
          </a:p>
        </p:txBody>
      </p:sp>
      <p:sp>
        <p:nvSpPr>
          <p:cNvPr id="3" name="Content Placeholder 2">
            <a:extLst>
              <a:ext uri="{FF2B5EF4-FFF2-40B4-BE49-F238E27FC236}">
                <a16:creationId xmlns:a16="http://schemas.microsoft.com/office/drawing/2014/main" id="{7C156C3C-EA2F-EBE6-C497-1F2444FD874D}"/>
              </a:ext>
            </a:extLst>
          </p:cNvPr>
          <p:cNvSpPr>
            <a:spLocks noGrp="1"/>
          </p:cNvSpPr>
          <p:nvPr>
            <p:ph idx="1"/>
          </p:nvPr>
        </p:nvSpPr>
        <p:spPr/>
        <p:txBody>
          <a:bodyPr/>
          <a:lstStyle/>
          <a:p>
            <a:r>
              <a:rPr lang="en-GB" dirty="0"/>
              <a:t>Sentences of different structure types, all conveying the same meaning in each of the chosen languages, were used for generating dependency trees and the resulting dependency trees were compared</a:t>
            </a:r>
          </a:p>
        </p:txBody>
      </p:sp>
      <p:sp>
        <p:nvSpPr>
          <p:cNvPr id="4" name="Date Placeholder 3">
            <a:extLst>
              <a:ext uri="{FF2B5EF4-FFF2-40B4-BE49-F238E27FC236}">
                <a16:creationId xmlns:a16="http://schemas.microsoft.com/office/drawing/2014/main" id="{16B49E5B-C9E2-0529-C456-78741D0B479F}"/>
              </a:ext>
            </a:extLst>
          </p:cNvPr>
          <p:cNvSpPr>
            <a:spLocks noGrp="1"/>
          </p:cNvSpPr>
          <p:nvPr>
            <p:ph type="dt" sz="half" idx="10"/>
          </p:nvPr>
        </p:nvSpPr>
        <p:spPr/>
        <p:txBody>
          <a:bodyPr/>
          <a:lstStyle/>
          <a:p>
            <a:fld id="{579F6069-8263-4296-913A-BC2234E8D32B}" type="datetime1">
              <a:rPr lang="en-US" smtClean="0"/>
              <a:t>8/1/24</a:t>
            </a:fld>
            <a:endParaRPr lang="en-US"/>
          </a:p>
        </p:txBody>
      </p:sp>
      <p:sp>
        <p:nvSpPr>
          <p:cNvPr id="5" name="Footer Placeholder 4">
            <a:extLst>
              <a:ext uri="{FF2B5EF4-FFF2-40B4-BE49-F238E27FC236}">
                <a16:creationId xmlns:a16="http://schemas.microsoft.com/office/drawing/2014/main" id="{1947BE2C-B347-ED75-7BAF-40BE1ABB9A21}"/>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E2DE2D18-5DEE-0A31-1477-6FA325B69C3E}"/>
              </a:ext>
            </a:extLst>
          </p:cNvPr>
          <p:cNvSpPr>
            <a:spLocks noGrp="1"/>
          </p:cNvSpPr>
          <p:nvPr>
            <p:ph type="sldNum" sz="quarter" idx="12"/>
          </p:nvPr>
        </p:nvSpPr>
        <p:spPr/>
        <p:txBody>
          <a:bodyPr/>
          <a:lstStyle/>
          <a:p>
            <a:fld id="{C68AC1EC-23E2-4F0E-A5A4-674EC8DB954E}" type="slidenum">
              <a:rPr lang="en-US" smtClean="0"/>
              <a:t>4</a:t>
            </a:fld>
            <a:endParaRPr lang="en-US"/>
          </a:p>
        </p:txBody>
      </p:sp>
    </p:spTree>
    <p:extLst>
      <p:ext uri="{BB962C8B-B14F-4D97-AF65-F5344CB8AC3E}">
        <p14:creationId xmlns:p14="http://schemas.microsoft.com/office/powerpoint/2010/main" val="2873999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6827C3C-D52F-46CE-A441-3CD6A1A6A0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37" y="0"/>
            <a:ext cx="12192000" cy="6858000"/>
          </a:xfrm>
          <a:prstGeom prst="rect">
            <a:avLst/>
          </a:prstGeom>
          <a:solidFill>
            <a:schemeClr val="bg1">
              <a:lumMod val="8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52A8B51-0A89-497B-B882-6658E029A3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7" y="643466"/>
            <a:ext cx="3522548" cy="557106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01563155-79AD-2627-3E79-7AE88BFEF4BD}"/>
              </a:ext>
            </a:extLst>
          </p:cNvPr>
          <p:cNvPicPr>
            <a:picLocks noChangeAspect="1"/>
          </p:cNvPicPr>
          <p:nvPr/>
        </p:nvPicPr>
        <p:blipFill>
          <a:blip r:embed="rId2"/>
          <a:stretch>
            <a:fillRect/>
          </a:stretch>
        </p:blipFill>
        <p:spPr>
          <a:xfrm>
            <a:off x="965200" y="1989458"/>
            <a:ext cx="2879083" cy="2879083"/>
          </a:xfrm>
          <a:prstGeom prst="rect">
            <a:avLst/>
          </a:prstGeom>
        </p:spPr>
      </p:pic>
      <p:sp>
        <p:nvSpPr>
          <p:cNvPr id="19" name="Rectangle 18">
            <a:extLst>
              <a:ext uri="{FF2B5EF4-FFF2-40B4-BE49-F238E27FC236}">
                <a16:creationId xmlns:a16="http://schemas.microsoft.com/office/drawing/2014/main" id="{EB1CEFBF-6F09-4052-862B-E219DA157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26882" y="643466"/>
            <a:ext cx="3522548" cy="557106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E641C14-BEDA-4AC9-0EFD-879F10E1E3B6}"/>
              </a:ext>
            </a:extLst>
          </p:cNvPr>
          <p:cNvPicPr>
            <a:picLocks noChangeAspect="1"/>
          </p:cNvPicPr>
          <p:nvPr/>
        </p:nvPicPr>
        <p:blipFill>
          <a:blip r:embed="rId3"/>
          <a:stretch>
            <a:fillRect/>
          </a:stretch>
        </p:blipFill>
        <p:spPr>
          <a:xfrm>
            <a:off x="4647976" y="2282283"/>
            <a:ext cx="2880360" cy="2294448"/>
          </a:xfrm>
          <a:prstGeom prst="rect">
            <a:avLst/>
          </a:prstGeom>
        </p:spPr>
      </p:pic>
      <p:sp>
        <p:nvSpPr>
          <p:cNvPr id="21" name="Rectangle 20">
            <a:extLst>
              <a:ext uri="{FF2B5EF4-FFF2-40B4-BE49-F238E27FC236}">
                <a16:creationId xmlns:a16="http://schemas.microsoft.com/office/drawing/2014/main" id="{BCB5D417-2A71-445D-B4C7-9E814D633D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22847" y="643466"/>
            <a:ext cx="3522548" cy="557106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E8904B50-7C15-739E-D48E-87E2508589BD}"/>
              </a:ext>
            </a:extLst>
          </p:cNvPr>
          <p:cNvPicPr>
            <a:picLocks noChangeAspect="1"/>
          </p:cNvPicPr>
          <p:nvPr/>
        </p:nvPicPr>
        <p:blipFill>
          <a:blip r:embed="rId4"/>
          <a:stretch>
            <a:fillRect/>
          </a:stretch>
        </p:blipFill>
        <p:spPr>
          <a:xfrm>
            <a:off x="8343941" y="2281775"/>
            <a:ext cx="2880360" cy="2294448"/>
          </a:xfrm>
          <a:prstGeom prst="rect">
            <a:avLst/>
          </a:prstGeom>
        </p:spPr>
      </p:pic>
      <p:sp>
        <p:nvSpPr>
          <p:cNvPr id="2" name="Date Placeholder 1">
            <a:extLst>
              <a:ext uri="{FF2B5EF4-FFF2-40B4-BE49-F238E27FC236}">
                <a16:creationId xmlns:a16="http://schemas.microsoft.com/office/drawing/2014/main" id="{0D5BE517-5591-4BA7-637F-5343F79E143F}"/>
              </a:ext>
            </a:extLst>
          </p:cNvPr>
          <p:cNvSpPr>
            <a:spLocks noGrp="1"/>
          </p:cNvSpPr>
          <p:nvPr>
            <p:ph type="dt" sz="half" idx="10"/>
          </p:nvPr>
        </p:nvSpPr>
        <p:spPr>
          <a:xfrm>
            <a:off x="838200" y="6356350"/>
            <a:ext cx="2743200" cy="365125"/>
          </a:xfrm>
        </p:spPr>
        <p:txBody>
          <a:bodyPr>
            <a:normAutofit/>
          </a:bodyPr>
          <a:lstStyle/>
          <a:p>
            <a:pPr>
              <a:spcAft>
                <a:spcPts val="600"/>
              </a:spcAft>
            </a:pPr>
            <a:fld id="{6D80F7F3-E406-44E2-93AF-674B3F1A2E51}" type="datetime1">
              <a:rPr lang="en-US" smtClean="0"/>
              <a:pPr>
                <a:spcAft>
                  <a:spcPts val="600"/>
                </a:spcAft>
              </a:pPr>
              <a:t>8/1/24</a:t>
            </a:fld>
            <a:endParaRPr lang="en-US"/>
          </a:p>
        </p:txBody>
      </p:sp>
      <p:sp>
        <p:nvSpPr>
          <p:cNvPr id="3" name="Footer Placeholder 2">
            <a:extLst>
              <a:ext uri="{FF2B5EF4-FFF2-40B4-BE49-F238E27FC236}">
                <a16:creationId xmlns:a16="http://schemas.microsoft.com/office/drawing/2014/main" id="{77CC6DEC-CDA4-375B-1478-90F6F1D3BA42}"/>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Sample Footer Text</a:t>
            </a:r>
          </a:p>
        </p:txBody>
      </p:sp>
      <p:sp>
        <p:nvSpPr>
          <p:cNvPr id="4" name="Slide Number Placeholder 3">
            <a:extLst>
              <a:ext uri="{FF2B5EF4-FFF2-40B4-BE49-F238E27FC236}">
                <a16:creationId xmlns:a16="http://schemas.microsoft.com/office/drawing/2014/main" id="{15EE0699-72B6-B423-9270-74A11633A5B4}"/>
              </a:ext>
            </a:extLst>
          </p:cNvPr>
          <p:cNvSpPr>
            <a:spLocks noGrp="1"/>
          </p:cNvSpPr>
          <p:nvPr>
            <p:ph type="sldNum" sz="quarter" idx="12"/>
          </p:nvPr>
        </p:nvSpPr>
        <p:spPr>
          <a:xfrm>
            <a:off x="8610600" y="6356350"/>
            <a:ext cx="2743200" cy="365125"/>
          </a:xfrm>
        </p:spPr>
        <p:txBody>
          <a:bodyPr>
            <a:normAutofit/>
          </a:bodyPr>
          <a:lstStyle/>
          <a:p>
            <a:pPr>
              <a:spcAft>
                <a:spcPts val="600"/>
              </a:spcAft>
            </a:pPr>
            <a:fld id="{C68AC1EC-23E2-4F0E-A5A4-674EC8DB954E}" type="slidenum">
              <a:rPr lang="en-US" smtClean="0"/>
              <a:pPr>
                <a:spcAft>
                  <a:spcPts val="600"/>
                </a:spcAft>
              </a:pPr>
              <a:t>5</a:t>
            </a:fld>
            <a:endParaRPr lang="en-US"/>
          </a:p>
        </p:txBody>
      </p:sp>
      <p:graphicFrame>
        <p:nvGraphicFramePr>
          <p:cNvPr id="12" name="Table 11">
            <a:extLst>
              <a:ext uri="{FF2B5EF4-FFF2-40B4-BE49-F238E27FC236}">
                <a16:creationId xmlns:a16="http://schemas.microsoft.com/office/drawing/2014/main" id="{36712AA6-3551-E45F-EB56-396E0BBC5E95}"/>
              </a:ext>
            </a:extLst>
          </p:cNvPr>
          <p:cNvGraphicFramePr>
            <a:graphicFrameLocks noGrp="1"/>
          </p:cNvGraphicFramePr>
          <p:nvPr>
            <p:extLst>
              <p:ext uri="{D42A27DB-BD31-4B8C-83A1-F6EECF244321}">
                <p14:modId xmlns:p14="http://schemas.microsoft.com/office/powerpoint/2010/main" val="1879360044"/>
              </p:ext>
            </p:extLst>
          </p:nvPr>
        </p:nvGraphicFramePr>
        <p:xfrm>
          <a:off x="5274942" y="5118597"/>
          <a:ext cx="1790700" cy="203200"/>
        </p:xfrm>
        <a:graphic>
          <a:graphicData uri="http://schemas.openxmlformats.org/drawingml/2006/table">
            <a:tbl>
              <a:tblPr>
                <a:tableStyleId>{5C22544A-7EE6-4342-B048-85BDC9FD1C3A}</a:tableStyleId>
              </a:tblPr>
              <a:tblGrid>
                <a:gridCol w="1790700">
                  <a:extLst>
                    <a:ext uri="{9D8B030D-6E8A-4147-A177-3AD203B41FA5}">
                      <a16:colId xmlns:a16="http://schemas.microsoft.com/office/drawing/2014/main" val="54984323"/>
                    </a:ext>
                  </a:extLst>
                </a:gridCol>
              </a:tblGrid>
              <a:tr h="203200">
                <a:tc>
                  <a:txBody>
                    <a:bodyPr/>
                    <a:lstStyle/>
                    <a:p>
                      <a:pPr algn="ctr" fontAlgn="b"/>
                      <a:r>
                        <a:rPr lang="ja-JP" altLang="en-US" sz="1200" u="none" strike="noStrike">
                          <a:effectLst/>
                        </a:rPr>
                        <a:t>我在吃</a:t>
                      </a:r>
                      <a:endParaRPr lang="ja-JP" altLang="en-US"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279524146"/>
                  </a:ext>
                </a:extLst>
              </a:tr>
            </a:tbl>
          </a:graphicData>
        </a:graphic>
      </p:graphicFrame>
    </p:spTree>
    <p:extLst>
      <p:ext uri="{BB962C8B-B14F-4D97-AF65-F5344CB8AC3E}">
        <p14:creationId xmlns:p14="http://schemas.microsoft.com/office/powerpoint/2010/main" val="2336754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C96C8BAF-68F3-4B78-B238-35DF5D865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4F4CD6D0-5A87-4BA2-A13A-0E40511C3C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4774" y="699565"/>
            <a:ext cx="3553132" cy="5156200"/>
            <a:chOff x="7807230" y="2012810"/>
            <a:chExt cx="3251252" cy="3459865"/>
          </a:xfrm>
        </p:grpSpPr>
        <p:sp>
          <p:nvSpPr>
            <p:cNvPr id="18" name="Rectangle 17">
              <a:extLst>
                <a:ext uri="{FF2B5EF4-FFF2-40B4-BE49-F238E27FC236}">
                  <a16:creationId xmlns:a16="http://schemas.microsoft.com/office/drawing/2014/main" id="{5877EAC0-2063-444D-8EE9-72FED2E03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C155BF8-661A-4F4A-B4EC-923105C69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68F9A939-CF0D-491C-E6D3-E5E5DB0A375E}"/>
              </a:ext>
            </a:extLst>
          </p:cNvPr>
          <p:cNvPicPr>
            <a:picLocks noChangeAspect="1"/>
          </p:cNvPicPr>
          <p:nvPr/>
        </p:nvPicPr>
        <p:blipFill>
          <a:blip r:embed="rId2"/>
          <a:stretch>
            <a:fillRect/>
          </a:stretch>
        </p:blipFill>
        <p:spPr>
          <a:xfrm>
            <a:off x="706568" y="1999330"/>
            <a:ext cx="3209544" cy="2556670"/>
          </a:xfrm>
          <a:prstGeom prst="rect">
            <a:avLst/>
          </a:prstGeom>
        </p:spPr>
      </p:pic>
      <p:grpSp>
        <p:nvGrpSpPr>
          <p:cNvPr id="30" name="Group 29">
            <a:extLst>
              <a:ext uri="{FF2B5EF4-FFF2-40B4-BE49-F238E27FC236}">
                <a16:creationId xmlns:a16="http://schemas.microsoft.com/office/drawing/2014/main" id="{E9537076-EF48-4F72-9164-FD8260D55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19434" y="699565"/>
            <a:ext cx="3553132" cy="5156200"/>
            <a:chOff x="7807230" y="2012810"/>
            <a:chExt cx="3251252" cy="3459865"/>
          </a:xfrm>
        </p:grpSpPr>
        <p:sp>
          <p:nvSpPr>
            <p:cNvPr id="22" name="Rectangle 21">
              <a:extLst>
                <a:ext uri="{FF2B5EF4-FFF2-40B4-BE49-F238E27FC236}">
                  <a16:creationId xmlns:a16="http://schemas.microsoft.com/office/drawing/2014/main" id="{689673CB-C48B-4D05-B6E4-B88CD5BAA0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6C31A20-B341-476E-8C04-A26C87E1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0" name="Picture 9">
            <a:extLst>
              <a:ext uri="{FF2B5EF4-FFF2-40B4-BE49-F238E27FC236}">
                <a16:creationId xmlns:a16="http://schemas.microsoft.com/office/drawing/2014/main" id="{C499B108-5CE6-1BAC-31F6-08F4F650AAC6}"/>
              </a:ext>
            </a:extLst>
          </p:cNvPr>
          <p:cNvPicPr>
            <a:picLocks noChangeAspect="1"/>
          </p:cNvPicPr>
          <p:nvPr/>
        </p:nvPicPr>
        <p:blipFill>
          <a:blip r:embed="rId3"/>
          <a:stretch>
            <a:fillRect/>
          </a:stretch>
        </p:blipFill>
        <p:spPr>
          <a:xfrm>
            <a:off x="4487333" y="1999330"/>
            <a:ext cx="3209544" cy="2556670"/>
          </a:xfrm>
          <a:prstGeom prst="rect">
            <a:avLst/>
          </a:prstGeom>
        </p:spPr>
      </p:pic>
      <p:grpSp>
        <p:nvGrpSpPr>
          <p:cNvPr id="25" name="Group 24">
            <a:extLst>
              <a:ext uri="{FF2B5EF4-FFF2-40B4-BE49-F238E27FC236}">
                <a16:creationId xmlns:a16="http://schemas.microsoft.com/office/drawing/2014/main" id="{6EFC3492-86BD-4D75-B5B4-C2DBFE0BD1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04093" y="699565"/>
            <a:ext cx="3553132" cy="5156200"/>
            <a:chOff x="7807230" y="2012810"/>
            <a:chExt cx="3251252" cy="3459865"/>
          </a:xfrm>
        </p:grpSpPr>
        <p:sp>
          <p:nvSpPr>
            <p:cNvPr id="26" name="Rectangle 25">
              <a:extLst>
                <a:ext uri="{FF2B5EF4-FFF2-40B4-BE49-F238E27FC236}">
                  <a16:creationId xmlns:a16="http://schemas.microsoft.com/office/drawing/2014/main" id="{F72E5074-2516-4705-BFF1-F508394A0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2259E4C-F24C-4180-AEC3-76255D535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68768E85-7E84-775D-95FB-B6024441C3FC}"/>
              </a:ext>
            </a:extLst>
          </p:cNvPr>
          <p:cNvPicPr>
            <a:picLocks noChangeAspect="1"/>
          </p:cNvPicPr>
          <p:nvPr/>
        </p:nvPicPr>
        <p:blipFill>
          <a:blip r:embed="rId4"/>
          <a:stretch>
            <a:fillRect/>
          </a:stretch>
        </p:blipFill>
        <p:spPr>
          <a:xfrm>
            <a:off x="8275887" y="2155004"/>
            <a:ext cx="3209544" cy="2245322"/>
          </a:xfrm>
          <a:prstGeom prst="rect">
            <a:avLst/>
          </a:prstGeom>
        </p:spPr>
      </p:pic>
      <p:sp>
        <p:nvSpPr>
          <p:cNvPr id="2" name="Date Placeholder 1">
            <a:extLst>
              <a:ext uri="{FF2B5EF4-FFF2-40B4-BE49-F238E27FC236}">
                <a16:creationId xmlns:a16="http://schemas.microsoft.com/office/drawing/2014/main" id="{170E6633-9DEF-C118-E380-8E70684AE323}"/>
              </a:ext>
            </a:extLst>
          </p:cNvPr>
          <p:cNvSpPr>
            <a:spLocks noGrp="1"/>
          </p:cNvSpPr>
          <p:nvPr>
            <p:ph type="dt" sz="half" idx="10"/>
          </p:nvPr>
        </p:nvSpPr>
        <p:spPr>
          <a:xfrm>
            <a:off x="838200" y="6356350"/>
            <a:ext cx="2743200" cy="365125"/>
          </a:xfrm>
        </p:spPr>
        <p:txBody>
          <a:bodyPr>
            <a:normAutofit/>
          </a:bodyPr>
          <a:lstStyle/>
          <a:p>
            <a:pPr>
              <a:spcAft>
                <a:spcPts val="600"/>
              </a:spcAft>
            </a:pPr>
            <a:fld id="{6D80F7F3-E406-44E2-93AF-674B3F1A2E51}" type="datetime1">
              <a:rPr lang="en-US" smtClean="0"/>
              <a:pPr>
                <a:spcAft>
                  <a:spcPts val="600"/>
                </a:spcAft>
              </a:pPr>
              <a:t>8/1/24</a:t>
            </a:fld>
            <a:endParaRPr lang="en-US"/>
          </a:p>
        </p:txBody>
      </p:sp>
      <p:sp>
        <p:nvSpPr>
          <p:cNvPr id="3" name="Footer Placeholder 2">
            <a:extLst>
              <a:ext uri="{FF2B5EF4-FFF2-40B4-BE49-F238E27FC236}">
                <a16:creationId xmlns:a16="http://schemas.microsoft.com/office/drawing/2014/main" id="{769DC9F4-FD0A-740D-4FE9-DD43E7A1B165}"/>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Sample Footer Text</a:t>
            </a:r>
          </a:p>
        </p:txBody>
      </p:sp>
      <p:sp>
        <p:nvSpPr>
          <p:cNvPr id="4" name="Slide Number Placeholder 3">
            <a:extLst>
              <a:ext uri="{FF2B5EF4-FFF2-40B4-BE49-F238E27FC236}">
                <a16:creationId xmlns:a16="http://schemas.microsoft.com/office/drawing/2014/main" id="{332A58AD-C9E0-9FE4-530E-DA4D016EF480}"/>
              </a:ext>
            </a:extLst>
          </p:cNvPr>
          <p:cNvSpPr>
            <a:spLocks noGrp="1"/>
          </p:cNvSpPr>
          <p:nvPr>
            <p:ph type="sldNum" sz="quarter" idx="12"/>
          </p:nvPr>
        </p:nvSpPr>
        <p:spPr>
          <a:xfrm>
            <a:off x="8610600" y="6356350"/>
            <a:ext cx="2743200" cy="365125"/>
          </a:xfrm>
        </p:spPr>
        <p:txBody>
          <a:bodyPr>
            <a:normAutofit/>
          </a:bodyPr>
          <a:lstStyle/>
          <a:p>
            <a:pPr>
              <a:spcAft>
                <a:spcPts val="600"/>
              </a:spcAft>
            </a:pPr>
            <a:fld id="{C68AC1EC-23E2-4F0E-A5A4-674EC8DB954E}" type="slidenum">
              <a:rPr lang="en-US" smtClean="0"/>
              <a:pPr>
                <a:spcAft>
                  <a:spcPts val="600"/>
                </a:spcAft>
              </a:pPr>
              <a:t>6</a:t>
            </a:fld>
            <a:endParaRPr lang="en-US"/>
          </a:p>
        </p:txBody>
      </p:sp>
      <p:graphicFrame>
        <p:nvGraphicFramePr>
          <p:cNvPr id="11" name="Table 10">
            <a:extLst>
              <a:ext uri="{FF2B5EF4-FFF2-40B4-BE49-F238E27FC236}">
                <a16:creationId xmlns:a16="http://schemas.microsoft.com/office/drawing/2014/main" id="{EE36A3C8-A22A-2311-68C7-341EC9D4E7D5}"/>
              </a:ext>
            </a:extLst>
          </p:cNvPr>
          <p:cNvGraphicFramePr>
            <a:graphicFrameLocks noGrp="1"/>
          </p:cNvGraphicFramePr>
          <p:nvPr>
            <p:extLst>
              <p:ext uri="{D42A27DB-BD31-4B8C-83A1-F6EECF244321}">
                <p14:modId xmlns:p14="http://schemas.microsoft.com/office/powerpoint/2010/main" val="648092542"/>
              </p:ext>
            </p:extLst>
          </p:nvPr>
        </p:nvGraphicFramePr>
        <p:xfrm>
          <a:off x="1517619" y="4997966"/>
          <a:ext cx="1790700" cy="203200"/>
        </p:xfrm>
        <a:graphic>
          <a:graphicData uri="http://schemas.openxmlformats.org/drawingml/2006/table">
            <a:tbl>
              <a:tblPr>
                <a:tableStyleId>{5C22544A-7EE6-4342-B048-85BDC9FD1C3A}</a:tableStyleId>
              </a:tblPr>
              <a:tblGrid>
                <a:gridCol w="1790700">
                  <a:extLst>
                    <a:ext uri="{9D8B030D-6E8A-4147-A177-3AD203B41FA5}">
                      <a16:colId xmlns:a16="http://schemas.microsoft.com/office/drawing/2014/main" val="54984323"/>
                    </a:ext>
                  </a:extLst>
                </a:gridCol>
              </a:tblGrid>
              <a:tr h="203200">
                <a:tc>
                  <a:txBody>
                    <a:bodyPr/>
                    <a:lstStyle/>
                    <a:p>
                      <a:pPr algn="l" fontAlgn="b"/>
                      <a:r>
                        <a:rPr lang="ja-JP" altLang="en-US" sz="800" b="0" i="0" u="none" strike="noStrike">
                          <a:solidFill>
                            <a:srgbClr val="000000"/>
                          </a:solidFill>
                          <a:effectLst/>
                          <a:latin typeface="MS Mincho" panose="02020609040205080304" pitchFamily="49" charset="-128"/>
                          <a:ea typeface="MS Mincho" panose="02020609040205080304" pitchFamily="49" charset="-128"/>
                        </a:rPr>
                        <a:t>如果你有</a:t>
                      </a:r>
                      <a:r>
                        <a:rPr lang="ja-JP" altLang="en-US" sz="800" b="0" i="0" u="none" strike="noStrike">
                          <a:solidFill>
                            <a:srgbClr val="000000"/>
                          </a:solidFill>
                          <a:effectLst/>
                          <a:latin typeface="SimSun" panose="02010600030101010101" pitchFamily="2" charset="-122"/>
                          <a:ea typeface="SimSun" panose="02010600030101010101" pitchFamily="2" charset="-122"/>
                        </a:rPr>
                        <a:t>时间</a:t>
                      </a:r>
                      <a:r>
                        <a:rPr lang="ja-JP" altLang="en-US" sz="800" b="0" i="0" u="none" strike="noStrike">
                          <a:solidFill>
                            <a:srgbClr val="000000"/>
                          </a:solidFill>
                          <a:effectLst/>
                          <a:latin typeface="MS Mincho" panose="02020609040205080304" pitchFamily="49" charset="-128"/>
                          <a:ea typeface="MS Mincho" panose="02020609040205080304" pitchFamily="49" charset="-128"/>
                        </a:rPr>
                        <a:t>，我</a:t>
                      </a:r>
                      <a:r>
                        <a:rPr lang="ja-JP" altLang="en-US" sz="800" b="0" i="0" u="none" strike="noStrike">
                          <a:solidFill>
                            <a:srgbClr val="000000"/>
                          </a:solidFill>
                          <a:effectLst/>
                          <a:latin typeface="SimSun" panose="02010600030101010101" pitchFamily="2" charset="-122"/>
                          <a:ea typeface="SimSun" panose="02010600030101010101" pitchFamily="2" charset="-122"/>
                        </a:rPr>
                        <a:t>们</a:t>
                      </a:r>
                      <a:r>
                        <a:rPr lang="ja-JP" altLang="en-US" sz="800" b="0" i="0" u="none" strike="noStrike">
                          <a:solidFill>
                            <a:srgbClr val="000000"/>
                          </a:solidFill>
                          <a:effectLst/>
                          <a:latin typeface="MS Mincho" panose="02020609040205080304" pitchFamily="49" charset="-128"/>
                          <a:ea typeface="MS Mincho" panose="02020609040205080304" pitchFamily="49" charset="-128"/>
                        </a:rPr>
                        <a:t>可以一起吃</a:t>
                      </a:r>
                      <a:r>
                        <a:rPr lang="ja-JP" altLang="en-US" sz="800" b="0" i="0" u="none" strike="noStrike">
                          <a:solidFill>
                            <a:srgbClr val="000000"/>
                          </a:solidFill>
                          <a:effectLst/>
                          <a:latin typeface="SimSun" panose="02010600030101010101" pitchFamily="2" charset="-122"/>
                          <a:ea typeface="SimSun" panose="02010600030101010101" pitchFamily="2" charset="-122"/>
                        </a:rPr>
                        <a:t>饭</a:t>
                      </a:r>
                      <a:endParaRPr lang="ja-JP" altLang="en-US" sz="800" b="0" i="0" u="none" strike="noStrike">
                        <a:solidFill>
                          <a:srgbClr val="000000"/>
                        </a:solidFill>
                        <a:effectLst/>
                        <a:latin typeface="MS Mincho" panose="02020609040205080304" pitchFamily="49" charset="-128"/>
                        <a:ea typeface="MS Mincho" panose="02020609040205080304" pitchFamily="49" charset="-128"/>
                      </a:endParaRPr>
                    </a:p>
                  </a:txBody>
                  <a:tcPr marL="9525" marR="9525" marT="9525" marB="0" anchor="b"/>
                </a:tc>
                <a:extLst>
                  <a:ext uri="{0D108BD9-81ED-4DB2-BD59-A6C34878D82A}">
                    <a16:rowId xmlns:a16="http://schemas.microsoft.com/office/drawing/2014/main" val="2279524146"/>
                  </a:ext>
                </a:extLst>
              </a:tr>
            </a:tbl>
          </a:graphicData>
        </a:graphic>
      </p:graphicFrame>
    </p:spTree>
    <p:extLst>
      <p:ext uri="{BB962C8B-B14F-4D97-AF65-F5344CB8AC3E}">
        <p14:creationId xmlns:p14="http://schemas.microsoft.com/office/powerpoint/2010/main" val="407715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96C8BAF-68F3-4B78-B238-35DF5D865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4F4CD6D0-5A87-4BA2-A13A-0E40511C3C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4774" y="699565"/>
            <a:ext cx="3553132" cy="5156200"/>
            <a:chOff x="7807230" y="2012810"/>
            <a:chExt cx="3251252" cy="3459865"/>
          </a:xfrm>
        </p:grpSpPr>
        <p:sp>
          <p:nvSpPr>
            <p:cNvPr id="18" name="Rectangle 17">
              <a:extLst>
                <a:ext uri="{FF2B5EF4-FFF2-40B4-BE49-F238E27FC236}">
                  <a16:creationId xmlns:a16="http://schemas.microsoft.com/office/drawing/2014/main" id="{5877EAC0-2063-444D-8EE9-72FED2E03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155BF8-661A-4F4A-B4EC-923105C69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65090F90-8866-327D-737B-227452A4AFE7}"/>
              </a:ext>
            </a:extLst>
          </p:cNvPr>
          <p:cNvPicPr>
            <a:picLocks noChangeAspect="1"/>
          </p:cNvPicPr>
          <p:nvPr/>
        </p:nvPicPr>
        <p:blipFill>
          <a:blip r:embed="rId2"/>
          <a:stretch>
            <a:fillRect/>
          </a:stretch>
        </p:blipFill>
        <p:spPr>
          <a:xfrm>
            <a:off x="706568" y="1999330"/>
            <a:ext cx="3209544" cy="2556670"/>
          </a:xfrm>
          <a:prstGeom prst="rect">
            <a:avLst/>
          </a:prstGeom>
        </p:spPr>
      </p:pic>
      <p:grpSp>
        <p:nvGrpSpPr>
          <p:cNvPr id="21" name="Group 20">
            <a:extLst>
              <a:ext uri="{FF2B5EF4-FFF2-40B4-BE49-F238E27FC236}">
                <a16:creationId xmlns:a16="http://schemas.microsoft.com/office/drawing/2014/main" id="{E9537076-EF48-4F72-9164-FD8260D55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19434" y="699565"/>
            <a:ext cx="3553132" cy="5156200"/>
            <a:chOff x="7807230" y="2012810"/>
            <a:chExt cx="3251252" cy="3459865"/>
          </a:xfrm>
        </p:grpSpPr>
        <p:sp>
          <p:nvSpPr>
            <p:cNvPr id="22" name="Rectangle 21">
              <a:extLst>
                <a:ext uri="{FF2B5EF4-FFF2-40B4-BE49-F238E27FC236}">
                  <a16:creationId xmlns:a16="http://schemas.microsoft.com/office/drawing/2014/main" id="{689673CB-C48B-4D05-B6E4-B88CD5BAA0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6C31A20-B341-476E-8C04-A26C87E1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2ED46FE7-4FC0-09A0-96DA-A75934FE34E1}"/>
              </a:ext>
            </a:extLst>
          </p:cNvPr>
          <p:cNvPicPr>
            <a:picLocks noChangeAspect="1"/>
          </p:cNvPicPr>
          <p:nvPr/>
        </p:nvPicPr>
        <p:blipFill>
          <a:blip r:embed="rId3"/>
          <a:stretch>
            <a:fillRect/>
          </a:stretch>
        </p:blipFill>
        <p:spPr>
          <a:xfrm>
            <a:off x="4487333" y="1999330"/>
            <a:ext cx="3209544" cy="2556670"/>
          </a:xfrm>
          <a:prstGeom prst="rect">
            <a:avLst/>
          </a:prstGeom>
        </p:spPr>
      </p:pic>
      <p:grpSp>
        <p:nvGrpSpPr>
          <p:cNvPr id="25" name="Group 24">
            <a:extLst>
              <a:ext uri="{FF2B5EF4-FFF2-40B4-BE49-F238E27FC236}">
                <a16:creationId xmlns:a16="http://schemas.microsoft.com/office/drawing/2014/main" id="{6EFC3492-86BD-4D75-B5B4-C2DBFE0BD1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04093" y="699565"/>
            <a:ext cx="3553132" cy="5156200"/>
            <a:chOff x="7807230" y="2012810"/>
            <a:chExt cx="3251252" cy="3459865"/>
          </a:xfrm>
        </p:grpSpPr>
        <p:sp>
          <p:nvSpPr>
            <p:cNvPr id="26" name="Rectangle 25">
              <a:extLst>
                <a:ext uri="{FF2B5EF4-FFF2-40B4-BE49-F238E27FC236}">
                  <a16:creationId xmlns:a16="http://schemas.microsoft.com/office/drawing/2014/main" id="{F72E5074-2516-4705-BFF1-F508394A0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2259E4C-F24C-4180-AEC3-76255D535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0" name="Picture 9">
            <a:extLst>
              <a:ext uri="{FF2B5EF4-FFF2-40B4-BE49-F238E27FC236}">
                <a16:creationId xmlns:a16="http://schemas.microsoft.com/office/drawing/2014/main" id="{B9904DB8-36FE-401D-7C60-0BC87606EB40}"/>
              </a:ext>
            </a:extLst>
          </p:cNvPr>
          <p:cNvPicPr>
            <a:picLocks noChangeAspect="1"/>
          </p:cNvPicPr>
          <p:nvPr/>
        </p:nvPicPr>
        <p:blipFill>
          <a:blip r:embed="rId4"/>
          <a:stretch>
            <a:fillRect/>
          </a:stretch>
        </p:blipFill>
        <p:spPr>
          <a:xfrm>
            <a:off x="8275887" y="1999330"/>
            <a:ext cx="3209544" cy="2556670"/>
          </a:xfrm>
          <a:prstGeom prst="rect">
            <a:avLst/>
          </a:prstGeom>
        </p:spPr>
      </p:pic>
      <p:sp>
        <p:nvSpPr>
          <p:cNvPr id="2" name="Date Placeholder 1">
            <a:extLst>
              <a:ext uri="{FF2B5EF4-FFF2-40B4-BE49-F238E27FC236}">
                <a16:creationId xmlns:a16="http://schemas.microsoft.com/office/drawing/2014/main" id="{C2D782A9-B8E8-2BAE-1B86-B6A66B9B81C9}"/>
              </a:ext>
            </a:extLst>
          </p:cNvPr>
          <p:cNvSpPr>
            <a:spLocks noGrp="1"/>
          </p:cNvSpPr>
          <p:nvPr>
            <p:ph type="dt" sz="half" idx="10"/>
          </p:nvPr>
        </p:nvSpPr>
        <p:spPr>
          <a:xfrm>
            <a:off x="838200" y="6356350"/>
            <a:ext cx="2743200" cy="365125"/>
          </a:xfrm>
        </p:spPr>
        <p:txBody>
          <a:bodyPr>
            <a:normAutofit/>
          </a:bodyPr>
          <a:lstStyle/>
          <a:p>
            <a:pPr>
              <a:spcAft>
                <a:spcPts val="600"/>
              </a:spcAft>
            </a:pPr>
            <a:fld id="{6D80F7F3-E406-44E2-93AF-674B3F1A2E51}" type="datetime1">
              <a:rPr lang="en-US" smtClean="0"/>
              <a:pPr>
                <a:spcAft>
                  <a:spcPts val="600"/>
                </a:spcAft>
              </a:pPr>
              <a:t>8/1/24</a:t>
            </a:fld>
            <a:endParaRPr lang="en-US"/>
          </a:p>
        </p:txBody>
      </p:sp>
      <p:sp>
        <p:nvSpPr>
          <p:cNvPr id="3" name="Footer Placeholder 2">
            <a:extLst>
              <a:ext uri="{FF2B5EF4-FFF2-40B4-BE49-F238E27FC236}">
                <a16:creationId xmlns:a16="http://schemas.microsoft.com/office/drawing/2014/main" id="{EFF530DD-6B75-13E5-355E-BBAE39652A3E}"/>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Sample Footer Text</a:t>
            </a:r>
          </a:p>
        </p:txBody>
      </p:sp>
      <p:sp>
        <p:nvSpPr>
          <p:cNvPr id="4" name="Slide Number Placeholder 3">
            <a:extLst>
              <a:ext uri="{FF2B5EF4-FFF2-40B4-BE49-F238E27FC236}">
                <a16:creationId xmlns:a16="http://schemas.microsoft.com/office/drawing/2014/main" id="{421107F4-C589-C760-24CE-47D922BF301A}"/>
              </a:ext>
            </a:extLst>
          </p:cNvPr>
          <p:cNvSpPr>
            <a:spLocks noGrp="1"/>
          </p:cNvSpPr>
          <p:nvPr>
            <p:ph type="sldNum" sz="quarter" idx="12"/>
          </p:nvPr>
        </p:nvSpPr>
        <p:spPr>
          <a:xfrm>
            <a:off x="8610600" y="6356350"/>
            <a:ext cx="2743200" cy="365125"/>
          </a:xfrm>
        </p:spPr>
        <p:txBody>
          <a:bodyPr>
            <a:normAutofit/>
          </a:bodyPr>
          <a:lstStyle/>
          <a:p>
            <a:pPr>
              <a:spcAft>
                <a:spcPts val="600"/>
              </a:spcAft>
            </a:pPr>
            <a:fld id="{C68AC1EC-23E2-4F0E-A5A4-674EC8DB954E}" type="slidenum">
              <a:rPr lang="en-US" smtClean="0"/>
              <a:pPr>
                <a:spcAft>
                  <a:spcPts val="600"/>
                </a:spcAft>
              </a:pPr>
              <a:t>7</a:t>
            </a:fld>
            <a:endParaRPr lang="en-US"/>
          </a:p>
        </p:txBody>
      </p:sp>
      <p:graphicFrame>
        <p:nvGraphicFramePr>
          <p:cNvPr id="11" name="Table 10">
            <a:extLst>
              <a:ext uri="{FF2B5EF4-FFF2-40B4-BE49-F238E27FC236}">
                <a16:creationId xmlns:a16="http://schemas.microsoft.com/office/drawing/2014/main" id="{5E3F80FA-6180-A7E0-534E-331C05BD1B79}"/>
              </a:ext>
            </a:extLst>
          </p:cNvPr>
          <p:cNvGraphicFramePr>
            <a:graphicFrameLocks noGrp="1"/>
          </p:cNvGraphicFramePr>
          <p:nvPr>
            <p:extLst>
              <p:ext uri="{D42A27DB-BD31-4B8C-83A1-F6EECF244321}">
                <p14:modId xmlns:p14="http://schemas.microsoft.com/office/powerpoint/2010/main" val="65597713"/>
              </p:ext>
            </p:extLst>
          </p:nvPr>
        </p:nvGraphicFramePr>
        <p:xfrm>
          <a:off x="9168351" y="4672997"/>
          <a:ext cx="1790700" cy="266590"/>
        </p:xfrm>
        <a:graphic>
          <a:graphicData uri="http://schemas.openxmlformats.org/drawingml/2006/table">
            <a:tbl>
              <a:tblPr>
                <a:tableStyleId>{5C22544A-7EE6-4342-B048-85BDC9FD1C3A}</a:tableStyleId>
              </a:tblPr>
              <a:tblGrid>
                <a:gridCol w="1790700">
                  <a:extLst>
                    <a:ext uri="{9D8B030D-6E8A-4147-A177-3AD203B41FA5}">
                      <a16:colId xmlns:a16="http://schemas.microsoft.com/office/drawing/2014/main" val="2713009304"/>
                    </a:ext>
                  </a:extLst>
                </a:gridCol>
              </a:tblGrid>
              <a:tr h="266590">
                <a:tc>
                  <a:txBody>
                    <a:bodyPr/>
                    <a:lstStyle/>
                    <a:p>
                      <a:pPr algn="l" fontAlgn="b"/>
                      <a:r>
                        <a:rPr lang="ja-JP" altLang="en-US" sz="1200" b="0" i="0" u="none" strike="noStrike">
                          <a:solidFill>
                            <a:srgbClr val="000000"/>
                          </a:solidFill>
                          <a:effectLst/>
                          <a:latin typeface="Aptos Narrow" panose="020B0004020202020204" pitchFamily="34" charset="0"/>
                        </a:rPr>
                        <a:t>一道美味的菜被廚師煮了</a:t>
                      </a:r>
                    </a:p>
                  </a:txBody>
                  <a:tcPr marL="9525" marR="9525" marT="9525" marB="0" anchor="b"/>
                </a:tc>
                <a:extLst>
                  <a:ext uri="{0D108BD9-81ED-4DB2-BD59-A6C34878D82A}">
                    <a16:rowId xmlns:a16="http://schemas.microsoft.com/office/drawing/2014/main" val="460936166"/>
                  </a:ext>
                </a:extLst>
              </a:tr>
            </a:tbl>
          </a:graphicData>
        </a:graphic>
      </p:graphicFrame>
    </p:spTree>
    <p:extLst>
      <p:ext uri="{BB962C8B-B14F-4D97-AF65-F5344CB8AC3E}">
        <p14:creationId xmlns:p14="http://schemas.microsoft.com/office/powerpoint/2010/main" val="4093290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6827C3C-D52F-46CE-A441-3CD6A1A6A0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37" y="0"/>
            <a:ext cx="12192000" cy="6858000"/>
          </a:xfrm>
          <a:prstGeom prst="rect">
            <a:avLst/>
          </a:prstGeom>
          <a:solidFill>
            <a:schemeClr val="bg1">
              <a:lumMod val="8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52A8B51-0A89-497B-B882-6658E029A3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7" y="643466"/>
            <a:ext cx="3522548" cy="557106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74F73F4-15CB-5F69-D8A6-CA023BFE1DE8}"/>
              </a:ext>
            </a:extLst>
          </p:cNvPr>
          <p:cNvPicPr>
            <a:picLocks noChangeAspect="1"/>
          </p:cNvPicPr>
          <p:nvPr/>
        </p:nvPicPr>
        <p:blipFill>
          <a:blip r:embed="rId2"/>
          <a:stretch>
            <a:fillRect/>
          </a:stretch>
        </p:blipFill>
        <p:spPr>
          <a:xfrm>
            <a:off x="965200" y="2282284"/>
            <a:ext cx="2879083" cy="2293431"/>
          </a:xfrm>
          <a:prstGeom prst="rect">
            <a:avLst/>
          </a:prstGeom>
        </p:spPr>
      </p:pic>
      <p:sp>
        <p:nvSpPr>
          <p:cNvPr id="19" name="Rectangle 18">
            <a:extLst>
              <a:ext uri="{FF2B5EF4-FFF2-40B4-BE49-F238E27FC236}">
                <a16:creationId xmlns:a16="http://schemas.microsoft.com/office/drawing/2014/main" id="{EB1CEFBF-6F09-4052-862B-E219DA157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26882" y="643466"/>
            <a:ext cx="3522548" cy="557106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B1822851-EA1B-B9C2-FCCD-D24881A084F9}"/>
              </a:ext>
            </a:extLst>
          </p:cNvPr>
          <p:cNvPicPr>
            <a:picLocks noChangeAspect="1"/>
          </p:cNvPicPr>
          <p:nvPr/>
        </p:nvPicPr>
        <p:blipFill>
          <a:blip r:embed="rId3"/>
          <a:stretch>
            <a:fillRect/>
          </a:stretch>
        </p:blipFill>
        <p:spPr>
          <a:xfrm>
            <a:off x="4647976" y="2282283"/>
            <a:ext cx="2880360" cy="2294448"/>
          </a:xfrm>
          <a:prstGeom prst="rect">
            <a:avLst/>
          </a:prstGeom>
        </p:spPr>
      </p:pic>
      <p:sp>
        <p:nvSpPr>
          <p:cNvPr id="21" name="Rectangle 20">
            <a:extLst>
              <a:ext uri="{FF2B5EF4-FFF2-40B4-BE49-F238E27FC236}">
                <a16:creationId xmlns:a16="http://schemas.microsoft.com/office/drawing/2014/main" id="{BCB5D417-2A71-445D-B4C7-9E814D633D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22847" y="643466"/>
            <a:ext cx="3522548" cy="557106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7BE4D8BB-A4D4-3F1A-D4DE-25C7229D81A2}"/>
              </a:ext>
            </a:extLst>
          </p:cNvPr>
          <p:cNvPicPr>
            <a:picLocks noChangeAspect="1"/>
          </p:cNvPicPr>
          <p:nvPr/>
        </p:nvPicPr>
        <p:blipFill>
          <a:blip r:embed="rId4"/>
          <a:stretch>
            <a:fillRect/>
          </a:stretch>
        </p:blipFill>
        <p:spPr>
          <a:xfrm>
            <a:off x="8343941" y="2281775"/>
            <a:ext cx="2880360" cy="2294448"/>
          </a:xfrm>
          <a:prstGeom prst="rect">
            <a:avLst/>
          </a:prstGeom>
        </p:spPr>
      </p:pic>
      <p:sp>
        <p:nvSpPr>
          <p:cNvPr id="2" name="Date Placeholder 1">
            <a:extLst>
              <a:ext uri="{FF2B5EF4-FFF2-40B4-BE49-F238E27FC236}">
                <a16:creationId xmlns:a16="http://schemas.microsoft.com/office/drawing/2014/main" id="{9DAAF0A9-7C36-953B-9A8D-4CB2A3F9D283}"/>
              </a:ext>
            </a:extLst>
          </p:cNvPr>
          <p:cNvSpPr>
            <a:spLocks noGrp="1"/>
          </p:cNvSpPr>
          <p:nvPr>
            <p:ph type="dt" sz="half" idx="10"/>
          </p:nvPr>
        </p:nvSpPr>
        <p:spPr>
          <a:xfrm>
            <a:off x="838200" y="6356350"/>
            <a:ext cx="2743200" cy="365125"/>
          </a:xfrm>
        </p:spPr>
        <p:txBody>
          <a:bodyPr>
            <a:normAutofit/>
          </a:bodyPr>
          <a:lstStyle/>
          <a:p>
            <a:pPr>
              <a:spcAft>
                <a:spcPts val="600"/>
              </a:spcAft>
            </a:pPr>
            <a:fld id="{6D80F7F3-E406-44E2-93AF-674B3F1A2E51}" type="datetime1">
              <a:rPr lang="en-US" smtClean="0"/>
              <a:pPr>
                <a:spcAft>
                  <a:spcPts val="600"/>
                </a:spcAft>
              </a:pPr>
              <a:t>8/1/24</a:t>
            </a:fld>
            <a:endParaRPr lang="en-US"/>
          </a:p>
        </p:txBody>
      </p:sp>
      <p:sp>
        <p:nvSpPr>
          <p:cNvPr id="3" name="Footer Placeholder 2">
            <a:extLst>
              <a:ext uri="{FF2B5EF4-FFF2-40B4-BE49-F238E27FC236}">
                <a16:creationId xmlns:a16="http://schemas.microsoft.com/office/drawing/2014/main" id="{40D6061D-5A44-9FF8-468D-F49289124BDC}"/>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Sample Footer Text</a:t>
            </a:r>
          </a:p>
        </p:txBody>
      </p:sp>
      <p:sp>
        <p:nvSpPr>
          <p:cNvPr id="4" name="Slide Number Placeholder 3">
            <a:extLst>
              <a:ext uri="{FF2B5EF4-FFF2-40B4-BE49-F238E27FC236}">
                <a16:creationId xmlns:a16="http://schemas.microsoft.com/office/drawing/2014/main" id="{5D149482-1304-2E58-33CF-03490E1A3C98}"/>
              </a:ext>
            </a:extLst>
          </p:cNvPr>
          <p:cNvSpPr>
            <a:spLocks noGrp="1"/>
          </p:cNvSpPr>
          <p:nvPr>
            <p:ph type="sldNum" sz="quarter" idx="12"/>
          </p:nvPr>
        </p:nvSpPr>
        <p:spPr>
          <a:xfrm>
            <a:off x="8610600" y="6356350"/>
            <a:ext cx="2743200" cy="365125"/>
          </a:xfrm>
        </p:spPr>
        <p:txBody>
          <a:bodyPr>
            <a:normAutofit/>
          </a:bodyPr>
          <a:lstStyle/>
          <a:p>
            <a:pPr>
              <a:spcAft>
                <a:spcPts val="600"/>
              </a:spcAft>
            </a:pPr>
            <a:fld id="{C68AC1EC-23E2-4F0E-A5A4-674EC8DB954E}" type="slidenum">
              <a:rPr lang="en-US" smtClean="0"/>
              <a:pPr>
                <a:spcAft>
                  <a:spcPts val="600"/>
                </a:spcAft>
              </a:pPr>
              <a:t>8</a:t>
            </a:fld>
            <a:endParaRPr lang="en-US"/>
          </a:p>
        </p:txBody>
      </p:sp>
      <p:graphicFrame>
        <p:nvGraphicFramePr>
          <p:cNvPr id="11" name="Table 10">
            <a:extLst>
              <a:ext uri="{FF2B5EF4-FFF2-40B4-BE49-F238E27FC236}">
                <a16:creationId xmlns:a16="http://schemas.microsoft.com/office/drawing/2014/main" id="{AC109885-125F-2051-F411-8705F7F2D33B}"/>
              </a:ext>
            </a:extLst>
          </p:cNvPr>
          <p:cNvGraphicFramePr>
            <a:graphicFrameLocks noGrp="1"/>
          </p:cNvGraphicFramePr>
          <p:nvPr>
            <p:extLst>
              <p:ext uri="{D42A27DB-BD31-4B8C-83A1-F6EECF244321}">
                <p14:modId xmlns:p14="http://schemas.microsoft.com/office/powerpoint/2010/main" val="3354708402"/>
              </p:ext>
            </p:extLst>
          </p:nvPr>
        </p:nvGraphicFramePr>
        <p:xfrm>
          <a:off x="1439453" y="5015981"/>
          <a:ext cx="1790700" cy="203200"/>
        </p:xfrm>
        <a:graphic>
          <a:graphicData uri="http://schemas.openxmlformats.org/drawingml/2006/table">
            <a:tbl>
              <a:tblPr>
                <a:tableStyleId>{5C22544A-7EE6-4342-B048-85BDC9FD1C3A}</a:tableStyleId>
              </a:tblPr>
              <a:tblGrid>
                <a:gridCol w="1790700">
                  <a:extLst>
                    <a:ext uri="{9D8B030D-6E8A-4147-A177-3AD203B41FA5}">
                      <a16:colId xmlns:a16="http://schemas.microsoft.com/office/drawing/2014/main" val="231164762"/>
                    </a:ext>
                  </a:extLst>
                </a:gridCol>
              </a:tblGrid>
              <a:tr h="203200">
                <a:tc>
                  <a:txBody>
                    <a:bodyPr/>
                    <a:lstStyle/>
                    <a:p>
                      <a:pPr algn="l" fontAlgn="b"/>
                      <a:r>
                        <a:rPr lang="ja-JP" altLang="en-US" sz="1200" b="0" i="0" u="none" strike="noStrike">
                          <a:solidFill>
                            <a:srgbClr val="000000"/>
                          </a:solidFill>
                          <a:effectLst/>
                          <a:latin typeface="Aptos Narrow" panose="020B0004020202020204" pitchFamily="34" charset="0"/>
                        </a:rPr>
                        <a:t>現在是幾點</a:t>
                      </a:r>
                    </a:p>
                  </a:txBody>
                  <a:tcPr marL="9525" marR="9525" marT="9525" marB="0" anchor="b"/>
                </a:tc>
                <a:extLst>
                  <a:ext uri="{0D108BD9-81ED-4DB2-BD59-A6C34878D82A}">
                    <a16:rowId xmlns:a16="http://schemas.microsoft.com/office/drawing/2014/main" val="996629038"/>
                  </a:ext>
                </a:extLst>
              </a:tr>
            </a:tbl>
          </a:graphicData>
        </a:graphic>
      </p:graphicFrame>
    </p:spTree>
    <p:extLst>
      <p:ext uri="{BB962C8B-B14F-4D97-AF65-F5344CB8AC3E}">
        <p14:creationId xmlns:p14="http://schemas.microsoft.com/office/powerpoint/2010/main" val="3424493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19E63-B297-B4C8-BD7A-E267BF84D416}"/>
              </a:ext>
            </a:extLst>
          </p:cNvPr>
          <p:cNvSpPr>
            <a:spLocks noGrp="1"/>
          </p:cNvSpPr>
          <p:nvPr>
            <p:ph type="title"/>
          </p:nvPr>
        </p:nvSpPr>
        <p:spPr>
          <a:xfrm>
            <a:off x="1141412" y="2224644"/>
            <a:ext cx="9905998" cy="1905000"/>
          </a:xfrm>
        </p:spPr>
        <p:txBody>
          <a:bodyPr>
            <a:normAutofit fontScale="90000"/>
          </a:bodyPr>
          <a:lstStyle/>
          <a:p>
            <a:r>
              <a:rPr lang="en-GB" dirty="0"/>
              <a:t>Stanza syntactic trees were also generated on some sample sentences for an alternative analysis of the linguistic structural differences in the languages</a:t>
            </a:r>
          </a:p>
        </p:txBody>
      </p:sp>
      <p:sp>
        <p:nvSpPr>
          <p:cNvPr id="3" name="Date Placeholder 2">
            <a:extLst>
              <a:ext uri="{FF2B5EF4-FFF2-40B4-BE49-F238E27FC236}">
                <a16:creationId xmlns:a16="http://schemas.microsoft.com/office/drawing/2014/main" id="{4BE21B4D-6973-99D0-3E1F-8E6017D5CCC9}"/>
              </a:ext>
            </a:extLst>
          </p:cNvPr>
          <p:cNvSpPr>
            <a:spLocks noGrp="1"/>
          </p:cNvSpPr>
          <p:nvPr>
            <p:ph type="dt" sz="half" idx="10"/>
          </p:nvPr>
        </p:nvSpPr>
        <p:spPr/>
        <p:txBody>
          <a:bodyPr/>
          <a:lstStyle/>
          <a:p>
            <a:fld id="{5892AC11-ACC3-4129-BBD7-C580BF1A4EE7}" type="datetime1">
              <a:rPr lang="en-US" smtClean="0"/>
              <a:t>8/1/24</a:t>
            </a:fld>
            <a:endParaRPr lang="en-US"/>
          </a:p>
        </p:txBody>
      </p:sp>
      <p:sp>
        <p:nvSpPr>
          <p:cNvPr id="4" name="Footer Placeholder 3">
            <a:extLst>
              <a:ext uri="{FF2B5EF4-FFF2-40B4-BE49-F238E27FC236}">
                <a16:creationId xmlns:a16="http://schemas.microsoft.com/office/drawing/2014/main" id="{1C7AC809-C919-BE54-FF18-3C2F214453A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E19D51B0-DCC3-2E1E-F484-67224EA9E6D4}"/>
              </a:ext>
            </a:extLst>
          </p:cNvPr>
          <p:cNvSpPr>
            <a:spLocks noGrp="1"/>
          </p:cNvSpPr>
          <p:nvPr>
            <p:ph type="sldNum" sz="quarter" idx="12"/>
          </p:nvPr>
        </p:nvSpPr>
        <p:spPr/>
        <p:txBody>
          <a:bodyPr/>
          <a:lstStyle/>
          <a:p>
            <a:fld id="{C68AC1EC-23E2-4F0E-A5A4-674EC8DB954E}" type="slidenum">
              <a:rPr lang="en-US" smtClean="0"/>
              <a:t>9</a:t>
            </a:fld>
            <a:endParaRPr lang="en-US"/>
          </a:p>
        </p:txBody>
      </p:sp>
    </p:spTree>
    <p:extLst>
      <p:ext uri="{BB962C8B-B14F-4D97-AF65-F5344CB8AC3E}">
        <p14:creationId xmlns:p14="http://schemas.microsoft.com/office/powerpoint/2010/main" val="3926946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6827C3C-D52F-46CE-A441-3CD6A1A6A0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37" y="0"/>
            <a:ext cx="12192000" cy="6858000"/>
          </a:xfrm>
          <a:prstGeom prst="rect">
            <a:avLst/>
          </a:prstGeom>
          <a:solidFill>
            <a:schemeClr val="bg1">
              <a:lumMod val="8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52A8B51-0A89-497B-B882-6658E029A3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7" y="643466"/>
            <a:ext cx="3522548" cy="557106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diagram of a diagram&#10;&#10;Description automatically generated">
            <a:extLst>
              <a:ext uri="{FF2B5EF4-FFF2-40B4-BE49-F238E27FC236}">
                <a16:creationId xmlns:a16="http://schemas.microsoft.com/office/drawing/2014/main" id="{A54A5544-AC17-E8AA-42F0-8F5F95C78748}"/>
              </a:ext>
            </a:extLst>
          </p:cNvPr>
          <p:cNvPicPr>
            <a:picLocks noChangeAspect="1"/>
          </p:cNvPicPr>
          <p:nvPr/>
        </p:nvPicPr>
        <p:blipFill>
          <a:blip r:embed="rId2"/>
          <a:stretch>
            <a:fillRect/>
          </a:stretch>
        </p:blipFill>
        <p:spPr>
          <a:xfrm>
            <a:off x="1567050" y="965199"/>
            <a:ext cx="1675383" cy="4927601"/>
          </a:xfrm>
          <a:prstGeom prst="rect">
            <a:avLst/>
          </a:prstGeom>
        </p:spPr>
      </p:pic>
      <p:sp>
        <p:nvSpPr>
          <p:cNvPr id="19" name="Rectangle 18">
            <a:extLst>
              <a:ext uri="{FF2B5EF4-FFF2-40B4-BE49-F238E27FC236}">
                <a16:creationId xmlns:a16="http://schemas.microsoft.com/office/drawing/2014/main" id="{EB1CEFBF-6F09-4052-862B-E219DA157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26882" y="643466"/>
            <a:ext cx="3522548" cy="557106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iagram of a diagram&#10;&#10;Description automatically generated">
            <a:extLst>
              <a:ext uri="{FF2B5EF4-FFF2-40B4-BE49-F238E27FC236}">
                <a16:creationId xmlns:a16="http://schemas.microsoft.com/office/drawing/2014/main" id="{33548DAD-E049-6B27-09A4-0921E4B9D04E}"/>
              </a:ext>
            </a:extLst>
          </p:cNvPr>
          <p:cNvPicPr>
            <a:picLocks noChangeAspect="1"/>
          </p:cNvPicPr>
          <p:nvPr/>
        </p:nvPicPr>
        <p:blipFill>
          <a:blip r:embed="rId3"/>
          <a:stretch>
            <a:fillRect/>
          </a:stretch>
        </p:blipFill>
        <p:spPr>
          <a:xfrm>
            <a:off x="4823184" y="965199"/>
            <a:ext cx="2529943" cy="4928616"/>
          </a:xfrm>
          <a:prstGeom prst="rect">
            <a:avLst/>
          </a:prstGeom>
        </p:spPr>
      </p:pic>
      <p:sp>
        <p:nvSpPr>
          <p:cNvPr id="21" name="Rectangle 20">
            <a:extLst>
              <a:ext uri="{FF2B5EF4-FFF2-40B4-BE49-F238E27FC236}">
                <a16:creationId xmlns:a16="http://schemas.microsoft.com/office/drawing/2014/main" id="{BCB5D417-2A71-445D-B4C7-9E814D633D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22847" y="643466"/>
            <a:ext cx="3522548" cy="5571067"/>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diagram of a computer process&#10;&#10;Description automatically generated">
            <a:extLst>
              <a:ext uri="{FF2B5EF4-FFF2-40B4-BE49-F238E27FC236}">
                <a16:creationId xmlns:a16="http://schemas.microsoft.com/office/drawing/2014/main" id="{1C0A8B84-7468-AA5F-DDF5-DDFED42057F6}"/>
              </a:ext>
            </a:extLst>
          </p:cNvPr>
          <p:cNvPicPr>
            <a:picLocks noChangeAspect="1"/>
          </p:cNvPicPr>
          <p:nvPr/>
        </p:nvPicPr>
        <p:blipFill>
          <a:blip r:embed="rId4"/>
          <a:stretch>
            <a:fillRect/>
          </a:stretch>
        </p:blipFill>
        <p:spPr>
          <a:xfrm>
            <a:off x="8343941" y="998315"/>
            <a:ext cx="2880360" cy="4861369"/>
          </a:xfrm>
          <a:prstGeom prst="rect">
            <a:avLst/>
          </a:prstGeom>
        </p:spPr>
      </p:pic>
      <p:sp>
        <p:nvSpPr>
          <p:cNvPr id="2" name="Date Placeholder 1">
            <a:extLst>
              <a:ext uri="{FF2B5EF4-FFF2-40B4-BE49-F238E27FC236}">
                <a16:creationId xmlns:a16="http://schemas.microsoft.com/office/drawing/2014/main" id="{A9DCC61D-F0D0-655F-AE14-323C8D5C19E8}"/>
              </a:ext>
            </a:extLst>
          </p:cNvPr>
          <p:cNvSpPr>
            <a:spLocks noGrp="1"/>
          </p:cNvSpPr>
          <p:nvPr>
            <p:ph type="dt" sz="half" idx="10"/>
          </p:nvPr>
        </p:nvSpPr>
        <p:spPr>
          <a:xfrm>
            <a:off x="838200" y="6356350"/>
            <a:ext cx="2743200" cy="365125"/>
          </a:xfrm>
        </p:spPr>
        <p:txBody>
          <a:bodyPr>
            <a:normAutofit/>
          </a:bodyPr>
          <a:lstStyle/>
          <a:p>
            <a:pPr>
              <a:spcAft>
                <a:spcPts val="600"/>
              </a:spcAft>
            </a:pPr>
            <a:fld id="{6D80F7F3-E406-44E2-93AF-674B3F1A2E51}" type="datetime1">
              <a:rPr lang="en-US" smtClean="0"/>
              <a:pPr>
                <a:spcAft>
                  <a:spcPts val="600"/>
                </a:spcAft>
              </a:pPr>
              <a:t>8/1/24</a:t>
            </a:fld>
            <a:endParaRPr lang="en-US"/>
          </a:p>
        </p:txBody>
      </p:sp>
      <p:sp>
        <p:nvSpPr>
          <p:cNvPr id="3" name="Footer Placeholder 2">
            <a:extLst>
              <a:ext uri="{FF2B5EF4-FFF2-40B4-BE49-F238E27FC236}">
                <a16:creationId xmlns:a16="http://schemas.microsoft.com/office/drawing/2014/main" id="{D6302A23-4AF2-7C02-7C0D-E599D1CE045A}"/>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t>Sample Footer Text</a:t>
            </a:r>
          </a:p>
        </p:txBody>
      </p:sp>
      <p:sp>
        <p:nvSpPr>
          <p:cNvPr id="4" name="Slide Number Placeholder 3">
            <a:extLst>
              <a:ext uri="{FF2B5EF4-FFF2-40B4-BE49-F238E27FC236}">
                <a16:creationId xmlns:a16="http://schemas.microsoft.com/office/drawing/2014/main" id="{6A251F0B-3D6C-F17C-C0D7-022C6F8EB4C6}"/>
              </a:ext>
            </a:extLst>
          </p:cNvPr>
          <p:cNvSpPr>
            <a:spLocks noGrp="1"/>
          </p:cNvSpPr>
          <p:nvPr>
            <p:ph type="sldNum" sz="quarter" idx="12"/>
          </p:nvPr>
        </p:nvSpPr>
        <p:spPr>
          <a:xfrm>
            <a:off x="8610600" y="6356350"/>
            <a:ext cx="2743200" cy="365125"/>
          </a:xfrm>
        </p:spPr>
        <p:txBody>
          <a:bodyPr>
            <a:normAutofit/>
          </a:bodyPr>
          <a:lstStyle/>
          <a:p>
            <a:pPr>
              <a:spcAft>
                <a:spcPts val="600"/>
              </a:spcAft>
            </a:pPr>
            <a:fld id="{C68AC1EC-23E2-4F0E-A5A4-674EC8DB954E}" type="slidenum">
              <a:rPr lang="en-US" smtClean="0"/>
              <a:pPr>
                <a:spcAft>
                  <a:spcPts val="600"/>
                </a:spcAft>
              </a:pPr>
              <a:t>10</a:t>
            </a:fld>
            <a:endParaRPr lang="en-US"/>
          </a:p>
        </p:txBody>
      </p:sp>
    </p:spTree>
    <p:extLst>
      <p:ext uri="{BB962C8B-B14F-4D97-AF65-F5344CB8AC3E}">
        <p14:creationId xmlns:p14="http://schemas.microsoft.com/office/powerpoint/2010/main" val="2720428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F0C8-9F54-FAC4-87CA-10E4E5FB4A52}"/>
              </a:ext>
            </a:extLst>
          </p:cNvPr>
          <p:cNvSpPr>
            <a:spLocks noGrp="1"/>
          </p:cNvSpPr>
          <p:nvPr>
            <p:ph type="title"/>
          </p:nvPr>
        </p:nvSpPr>
        <p:spPr/>
        <p:txBody>
          <a:bodyPr/>
          <a:lstStyle/>
          <a:p>
            <a:r>
              <a:rPr lang="en-GB" dirty="0"/>
              <a:t>Methodology 3: BERT ATTENTION HEADS </a:t>
            </a:r>
            <a:br>
              <a:rPr lang="en-GB" dirty="0"/>
            </a:br>
            <a:br>
              <a:rPr lang="en-GB" dirty="0"/>
            </a:br>
            <a:r>
              <a:rPr lang="en-GB" sz="1600" dirty="0"/>
              <a:t>THE 3</a:t>
            </a:r>
            <a:r>
              <a:rPr lang="en-GB" sz="1600" baseline="30000" dirty="0"/>
              <a:t>rd</a:t>
            </a:r>
            <a:r>
              <a:rPr lang="en-GB" sz="1600" dirty="0"/>
              <a:t> layer is used for demonstration, and the selected token is the verb for each of the following examples</a:t>
            </a:r>
            <a:endParaRPr lang="en-GB" dirty="0"/>
          </a:p>
        </p:txBody>
      </p:sp>
      <p:sp>
        <p:nvSpPr>
          <p:cNvPr id="3" name="Date Placeholder 2">
            <a:extLst>
              <a:ext uri="{FF2B5EF4-FFF2-40B4-BE49-F238E27FC236}">
                <a16:creationId xmlns:a16="http://schemas.microsoft.com/office/drawing/2014/main" id="{5B82CB12-EB99-1055-D0A6-E8E751A72F22}"/>
              </a:ext>
            </a:extLst>
          </p:cNvPr>
          <p:cNvSpPr>
            <a:spLocks noGrp="1"/>
          </p:cNvSpPr>
          <p:nvPr>
            <p:ph type="dt" sz="half" idx="10"/>
          </p:nvPr>
        </p:nvSpPr>
        <p:spPr/>
        <p:txBody>
          <a:bodyPr/>
          <a:lstStyle/>
          <a:p>
            <a:fld id="{5892AC11-ACC3-4129-BBD7-C580BF1A4EE7}" type="datetime1">
              <a:rPr lang="en-US" smtClean="0"/>
              <a:t>8/1/24</a:t>
            </a:fld>
            <a:endParaRPr lang="en-US"/>
          </a:p>
        </p:txBody>
      </p:sp>
      <p:sp>
        <p:nvSpPr>
          <p:cNvPr id="4" name="Footer Placeholder 3">
            <a:extLst>
              <a:ext uri="{FF2B5EF4-FFF2-40B4-BE49-F238E27FC236}">
                <a16:creationId xmlns:a16="http://schemas.microsoft.com/office/drawing/2014/main" id="{FCDF324C-E763-6851-929F-1C5C3CEDB9BA}"/>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7123540-47A5-703D-A00D-5153ACB73C99}"/>
              </a:ext>
            </a:extLst>
          </p:cNvPr>
          <p:cNvSpPr>
            <a:spLocks noGrp="1"/>
          </p:cNvSpPr>
          <p:nvPr>
            <p:ph type="sldNum" sz="quarter" idx="12"/>
          </p:nvPr>
        </p:nvSpPr>
        <p:spPr/>
        <p:txBody>
          <a:bodyPr/>
          <a:lstStyle/>
          <a:p>
            <a:fld id="{C68AC1EC-23E2-4F0E-A5A4-674EC8DB954E}" type="slidenum">
              <a:rPr lang="en-US" smtClean="0"/>
              <a:t>11</a:t>
            </a:fld>
            <a:endParaRPr lang="en-US"/>
          </a:p>
        </p:txBody>
      </p:sp>
    </p:spTree>
    <p:extLst>
      <p:ext uri="{BB962C8B-B14F-4D97-AF65-F5344CB8AC3E}">
        <p14:creationId xmlns:p14="http://schemas.microsoft.com/office/powerpoint/2010/main" val="1376351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96C8BAF-68F3-4B78-B238-35DF5D865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4F4CD6D0-5A87-4BA2-A13A-0E40511C3C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4774" y="699565"/>
            <a:ext cx="3553132" cy="5156200"/>
            <a:chOff x="7807230" y="2012810"/>
            <a:chExt cx="3251252" cy="3459865"/>
          </a:xfrm>
        </p:grpSpPr>
        <p:sp>
          <p:nvSpPr>
            <p:cNvPr id="19" name="Rectangle 18">
              <a:extLst>
                <a:ext uri="{FF2B5EF4-FFF2-40B4-BE49-F238E27FC236}">
                  <a16:creationId xmlns:a16="http://schemas.microsoft.com/office/drawing/2014/main" id="{5877EAC0-2063-444D-8EE9-72FED2E03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C155BF8-661A-4F4A-B4EC-923105C69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1" name="Picture 10" descr="A screenshot of a computer&#10;&#10;Description automatically generated">
            <a:extLst>
              <a:ext uri="{FF2B5EF4-FFF2-40B4-BE49-F238E27FC236}">
                <a16:creationId xmlns:a16="http://schemas.microsoft.com/office/drawing/2014/main" id="{0C6830C2-83C9-7607-AF80-0D20DB13382B}"/>
              </a:ext>
            </a:extLst>
          </p:cNvPr>
          <p:cNvPicPr>
            <a:picLocks noChangeAspect="1"/>
          </p:cNvPicPr>
          <p:nvPr/>
        </p:nvPicPr>
        <p:blipFill>
          <a:blip r:embed="rId2"/>
          <a:stretch>
            <a:fillRect/>
          </a:stretch>
        </p:blipFill>
        <p:spPr>
          <a:xfrm>
            <a:off x="706568" y="1781215"/>
            <a:ext cx="3209544" cy="2992899"/>
          </a:xfrm>
          <a:prstGeom prst="rect">
            <a:avLst/>
          </a:prstGeom>
        </p:spPr>
      </p:pic>
      <p:grpSp>
        <p:nvGrpSpPr>
          <p:cNvPr id="22" name="Group 21">
            <a:extLst>
              <a:ext uri="{FF2B5EF4-FFF2-40B4-BE49-F238E27FC236}">
                <a16:creationId xmlns:a16="http://schemas.microsoft.com/office/drawing/2014/main" id="{E9537076-EF48-4F72-9164-FD8260D55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19434" y="699565"/>
            <a:ext cx="3553132" cy="5156200"/>
            <a:chOff x="7807230" y="2012810"/>
            <a:chExt cx="3251252" cy="3459865"/>
          </a:xfrm>
        </p:grpSpPr>
        <p:sp>
          <p:nvSpPr>
            <p:cNvPr id="23" name="Rectangle 22">
              <a:extLst>
                <a:ext uri="{FF2B5EF4-FFF2-40B4-BE49-F238E27FC236}">
                  <a16:creationId xmlns:a16="http://schemas.microsoft.com/office/drawing/2014/main" id="{689673CB-C48B-4D05-B6E4-B88CD5BAA0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6C31A20-B341-476E-8C04-A26C87E1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9" name="Picture 8" descr="A screenshot of a computer&#10;&#10;Description automatically generated">
            <a:extLst>
              <a:ext uri="{FF2B5EF4-FFF2-40B4-BE49-F238E27FC236}">
                <a16:creationId xmlns:a16="http://schemas.microsoft.com/office/drawing/2014/main" id="{6BB4E2A5-E491-ABAD-BB1C-7B29BF75EA03}"/>
              </a:ext>
            </a:extLst>
          </p:cNvPr>
          <p:cNvPicPr>
            <a:picLocks noChangeAspect="1"/>
          </p:cNvPicPr>
          <p:nvPr/>
        </p:nvPicPr>
        <p:blipFill>
          <a:blip r:embed="rId3"/>
          <a:stretch>
            <a:fillRect/>
          </a:stretch>
        </p:blipFill>
        <p:spPr>
          <a:xfrm>
            <a:off x="4487333" y="1809299"/>
            <a:ext cx="3209544" cy="2936731"/>
          </a:xfrm>
          <a:prstGeom prst="rect">
            <a:avLst/>
          </a:prstGeom>
        </p:spPr>
      </p:pic>
      <p:grpSp>
        <p:nvGrpSpPr>
          <p:cNvPr id="26" name="Group 25">
            <a:extLst>
              <a:ext uri="{FF2B5EF4-FFF2-40B4-BE49-F238E27FC236}">
                <a16:creationId xmlns:a16="http://schemas.microsoft.com/office/drawing/2014/main" id="{6EFC3492-86BD-4D75-B5B4-C2DBFE0BD1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04093" y="699565"/>
            <a:ext cx="3553132" cy="5156200"/>
            <a:chOff x="7807230" y="2012810"/>
            <a:chExt cx="3251252" cy="3459865"/>
          </a:xfrm>
        </p:grpSpPr>
        <p:sp>
          <p:nvSpPr>
            <p:cNvPr id="27" name="Rectangle 26">
              <a:extLst>
                <a:ext uri="{FF2B5EF4-FFF2-40B4-BE49-F238E27FC236}">
                  <a16:creationId xmlns:a16="http://schemas.microsoft.com/office/drawing/2014/main" id="{F72E5074-2516-4705-BFF1-F508394A0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2259E4C-F24C-4180-AEC3-76255D535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7" name="Picture 6" descr="A screenshot of a computer&#10;&#10;Description automatically generated">
            <a:extLst>
              <a:ext uri="{FF2B5EF4-FFF2-40B4-BE49-F238E27FC236}">
                <a16:creationId xmlns:a16="http://schemas.microsoft.com/office/drawing/2014/main" id="{DFF93C01-EBA4-CD42-AED1-9BDF566AE17D}"/>
              </a:ext>
            </a:extLst>
          </p:cNvPr>
          <p:cNvPicPr>
            <a:picLocks noChangeAspect="1"/>
          </p:cNvPicPr>
          <p:nvPr/>
        </p:nvPicPr>
        <p:blipFill>
          <a:blip r:embed="rId4"/>
          <a:stretch>
            <a:fillRect/>
          </a:stretch>
        </p:blipFill>
        <p:spPr>
          <a:xfrm>
            <a:off x="8275887" y="2294742"/>
            <a:ext cx="3209544" cy="1965845"/>
          </a:xfrm>
          <a:prstGeom prst="rect">
            <a:avLst/>
          </a:prstGeom>
        </p:spPr>
      </p:pic>
      <p:sp>
        <p:nvSpPr>
          <p:cNvPr id="3" name="Date Placeholder 2">
            <a:extLst>
              <a:ext uri="{FF2B5EF4-FFF2-40B4-BE49-F238E27FC236}">
                <a16:creationId xmlns:a16="http://schemas.microsoft.com/office/drawing/2014/main" id="{2DA1DD46-5668-BDC1-C47D-46D43D6E62B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lgn="l" defTabSz="914400">
              <a:spcAft>
                <a:spcPts val="600"/>
              </a:spcAft>
            </a:pPr>
            <a:fld id="{5892AC11-ACC3-4129-BBD7-C580BF1A4EE7}" type="datetime1">
              <a:rPr lang="en-US" sz="1200" smtClean="0">
                <a:solidFill>
                  <a:schemeClr val="tx1">
                    <a:tint val="75000"/>
                  </a:schemeClr>
                </a:solidFill>
              </a:rPr>
              <a:pPr algn="l" defTabSz="914400">
                <a:spcAft>
                  <a:spcPts val="600"/>
                </a:spcAft>
              </a:pPr>
              <a:t>8/1/24</a:t>
            </a:fld>
            <a:endParaRPr lang="en-US" sz="1200">
              <a:solidFill>
                <a:schemeClr val="tx1">
                  <a:tint val="75000"/>
                </a:schemeClr>
              </a:solidFill>
            </a:endParaRPr>
          </a:p>
        </p:txBody>
      </p:sp>
      <p:sp>
        <p:nvSpPr>
          <p:cNvPr id="4" name="Footer Placeholder 3">
            <a:extLst>
              <a:ext uri="{FF2B5EF4-FFF2-40B4-BE49-F238E27FC236}">
                <a16:creationId xmlns:a16="http://schemas.microsoft.com/office/drawing/2014/main" id="{ABA7F5A6-9D3D-D654-5A06-24CF090F35C6}"/>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lgn="ctr" defTabSz="914400">
              <a:spcAft>
                <a:spcPts val="600"/>
              </a:spcAft>
            </a:pPr>
            <a:r>
              <a:rPr lang="en-US" sz="1200" kern="1200">
                <a:solidFill>
                  <a:schemeClr val="tx1">
                    <a:tint val="75000"/>
                  </a:schemeClr>
                </a:solidFill>
                <a:latin typeface="+mn-lt"/>
                <a:ea typeface="+mn-ea"/>
                <a:cs typeface="+mn-cs"/>
              </a:rPr>
              <a:t>Sample Footer Text</a:t>
            </a:r>
          </a:p>
        </p:txBody>
      </p:sp>
      <p:sp>
        <p:nvSpPr>
          <p:cNvPr id="5" name="Slide Number Placeholder 4">
            <a:extLst>
              <a:ext uri="{FF2B5EF4-FFF2-40B4-BE49-F238E27FC236}">
                <a16:creationId xmlns:a16="http://schemas.microsoft.com/office/drawing/2014/main" id="{7D9EE782-0D83-4144-0C39-FE91B562121A}"/>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pPr>
            <a:fld id="{C68AC1EC-23E2-4F0E-A5A4-674EC8DB954E}" type="slidenum">
              <a:rPr lang="en-US" sz="1200" smtClean="0">
                <a:solidFill>
                  <a:schemeClr val="tx1">
                    <a:tint val="75000"/>
                  </a:schemeClr>
                </a:solidFill>
              </a:rPr>
              <a:pPr defTabSz="914400">
                <a:spcAft>
                  <a:spcPts val="600"/>
                </a:spcAft>
              </a:pPr>
              <a:t>12</a:t>
            </a:fld>
            <a:endParaRPr lang="en-US" sz="1200">
              <a:solidFill>
                <a:schemeClr val="tx1">
                  <a:tint val="75000"/>
                </a:schemeClr>
              </a:solidFill>
            </a:endParaRPr>
          </a:p>
        </p:txBody>
      </p:sp>
    </p:spTree>
    <p:extLst>
      <p:ext uri="{BB962C8B-B14F-4D97-AF65-F5344CB8AC3E}">
        <p14:creationId xmlns:p14="http://schemas.microsoft.com/office/powerpoint/2010/main" val="15050166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Mesh</Template>
  <TotalTime>37</TotalTime>
  <Words>329</Words>
  <Application>Microsoft Macintosh PowerPoint</Application>
  <PresentationFormat>Widescreen</PresentationFormat>
  <Paragraphs>55</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MS Mincho</vt:lpstr>
      <vt:lpstr>SimSun</vt:lpstr>
      <vt:lpstr>Aptos</vt:lpstr>
      <vt:lpstr>Aptos Narrow</vt:lpstr>
      <vt:lpstr>Arial</vt:lpstr>
      <vt:lpstr>Century Gothic</vt:lpstr>
      <vt:lpstr>Times</vt:lpstr>
      <vt:lpstr>Mesh</vt:lpstr>
      <vt:lpstr>The Effect of Natural Language Morphology on The Structure of NLP Systems </vt:lpstr>
      <vt:lpstr>Research Question Overview:  With different transformer models designed and and specialised to complete tasks (morphological analysis, semantic analysis, machine translation etc.) for different languages, by exploring the linguistic features and more specifically differences between languages of 3 widely different language families, what can we learn about its impact on the tuning and specialization of NLP models? </vt:lpstr>
      <vt:lpstr>Methodology:1 POS Tagging (with SPACY) -Turkish not available</vt:lpstr>
      <vt:lpstr>METHOD 2: Dependency trees with udpipe (r)</vt:lpstr>
      <vt:lpstr>PowerPoint Presentation</vt:lpstr>
      <vt:lpstr>PowerPoint Presentation</vt:lpstr>
      <vt:lpstr>PowerPoint Presentation</vt:lpstr>
      <vt:lpstr>PowerPoint Presentation</vt:lpstr>
      <vt:lpstr>Stanza syntactic trees were also generated on some sample sentences for an alternative analysis of the linguistic structural differences in the languages</vt:lpstr>
      <vt:lpstr>PowerPoint Presentation</vt:lpstr>
      <vt:lpstr>Methodology 3: BERT ATTENTION HEADS   THE 3rd layer is used for demonstration, and the selected token is the verb for each of the following examples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Jouman Hmeid</dc:creator>
  <cp:lastModifiedBy>Jouman Hmeid</cp:lastModifiedBy>
  <cp:revision>2</cp:revision>
  <dcterms:created xsi:type="dcterms:W3CDTF">2024-08-01T19:01:35Z</dcterms:created>
  <dcterms:modified xsi:type="dcterms:W3CDTF">2024-08-01T19:39:24Z</dcterms:modified>
</cp:coreProperties>
</file>